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4"/>
    <p:sldMasterId id="2147483701" r:id="rId5"/>
    <p:sldMasterId id="2147484139" r:id="rId6"/>
    <p:sldMasterId id="2147484163" r:id="rId7"/>
    <p:sldMasterId id="2147484183" r:id="rId8"/>
    <p:sldMasterId id="2147484201" r:id="rId9"/>
  </p:sldMasterIdLst>
  <p:notesMasterIdLst>
    <p:notesMasterId r:id="rId15"/>
  </p:notesMasterIdLst>
  <p:handoutMasterIdLst>
    <p:handoutMasterId r:id="rId16"/>
  </p:handoutMasterIdLst>
  <p:sldIdLst>
    <p:sldId id="275" r:id="rId10"/>
    <p:sldId id="289" r:id="rId11"/>
    <p:sldId id="285" r:id="rId12"/>
    <p:sldId id="288" r:id="rId13"/>
    <p:sldId id="290" r:id="rId14"/>
  </p:sldIdLst>
  <p:sldSz cx="12192000" cy="6858000"/>
  <p:notesSz cx="6858000" cy="9144000"/>
  <p:embeddedFontLst>
    <p:embeddedFont>
      <p:font typeface="Corben" panose="020B0604020202020204" charset="0"/>
      <p:regular r:id="rId17"/>
      <p:bold r:id="rId18"/>
    </p:embeddedFont>
    <p:embeddedFont>
      <p:font typeface="Schibsted Grotesk" panose="020B0604020202020204" charset="0"/>
      <p:regular r:id="rId19"/>
      <p:bold r:id="rId20"/>
      <p:italic r:id="rId21"/>
      <p:boldItalic r:id="rId22"/>
    </p:embeddedFont>
    <p:embeddedFont>
      <p:font typeface="Schibsted Grotesk Bold" panose="020B0604020202020204" charset="0"/>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919"/>
    <a:srgbClr val="26193E"/>
    <a:srgbClr val="191D64"/>
    <a:srgbClr val="00251F"/>
    <a:srgbClr val="DDDFDD"/>
    <a:srgbClr val="1C4FD2"/>
    <a:srgbClr val="00596B"/>
    <a:srgbClr val="F59B1B"/>
    <a:srgbClr val="938DFD"/>
    <a:srgbClr val="FF9C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2115C-0655-4E38-8060-75AA48A88F99}" v="16" dt="2026-02-16T12:59:53.748"/>
    <p1510:client id="{B1D5E6BE-B930-96E8-4863-CBE8B5B813D8}" v="3" dt="2026-02-17T10:58:06.1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font" Target="fonts/font8.fntdata"/><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sey Mcmaster-Green" userId="9f8138b9-39cf-4698-8abc-f47f1e059ed5" providerId="ADAL" clId="{40485A39-B5F7-4E3D-8522-12A82775BEB6}"/>
    <pc:docChg chg="undo custSel addSld modSld sldOrd">
      <pc:chgData name="Lynsey Mcmaster-Green" userId="9f8138b9-39cf-4698-8abc-f47f1e059ed5" providerId="ADAL" clId="{40485A39-B5F7-4E3D-8522-12A82775BEB6}" dt="2026-02-16T13:01:13.585" v="3564" actId="1076"/>
      <pc:docMkLst>
        <pc:docMk/>
      </pc:docMkLst>
      <pc:sldChg chg="modSp mod">
        <pc:chgData name="Lynsey Mcmaster-Green" userId="9f8138b9-39cf-4698-8abc-f47f1e059ed5" providerId="ADAL" clId="{40485A39-B5F7-4E3D-8522-12A82775BEB6}" dt="2026-02-16T11:09:05.933" v="121" actId="20577"/>
        <pc:sldMkLst>
          <pc:docMk/>
          <pc:sldMk cId="1788174875" sldId="275"/>
        </pc:sldMkLst>
        <pc:spChg chg="mod">
          <ac:chgData name="Lynsey Mcmaster-Green" userId="9f8138b9-39cf-4698-8abc-f47f1e059ed5" providerId="ADAL" clId="{40485A39-B5F7-4E3D-8522-12A82775BEB6}" dt="2026-02-16T11:09:05.933" v="121" actId="20577"/>
          <ac:spMkLst>
            <pc:docMk/>
            <pc:sldMk cId="1788174875" sldId="275"/>
            <ac:spMk id="7" creationId="{DED3B3EB-6A42-74C7-A89F-5D9929C1B22A}"/>
          </ac:spMkLst>
        </pc:spChg>
      </pc:sldChg>
      <pc:sldChg chg="addSp delSp modSp mod modClrScheme chgLayout">
        <pc:chgData name="Lynsey Mcmaster-Green" userId="9f8138b9-39cf-4698-8abc-f47f1e059ed5" providerId="ADAL" clId="{40485A39-B5F7-4E3D-8522-12A82775BEB6}" dt="2026-02-16T12:57:19.806" v="3381" actId="14861"/>
        <pc:sldMkLst>
          <pc:docMk/>
          <pc:sldMk cId="3283074821" sldId="285"/>
        </pc:sldMkLst>
        <pc:spChg chg="add del mod ord">
          <ac:chgData name="Lynsey Mcmaster-Green" userId="9f8138b9-39cf-4698-8abc-f47f1e059ed5" providerId="ADAL" clId="{40485A39-B5F7-4E3D-8522-12A82775BEB6}" dt="2026-02-16T11:09:54.138" v="123" actId="700"/>
          <ac:spMkLst>
            <pc:docMk/>
            <pc:sldMk cId="3283074821" sldId="285"/>
            <ac:spMk id="2" creationId="{08DDB2C4-72A0-A914-10F8-CD8E1F80A7AE}"/>
          </ac:spMkLst>
        </pc:spChg>
        <pc:spChg chg="add del mod ord">
          <ac:chgData name="Lynsey Mcmaster-Green" userId="9f8138b9-39cf-4698-8abc-f47f1e059ed5" providerId="ADAL" clId="{40485A39-B5F7-4E3D-8522-12A82775BEB6}" dt="2026-02-16T11:09:54.138" v="123" actId="700"/>
          <ac:spMkLst>
            <pc:docMk/>
            <pc:sldMk cId="3283074821" sldId="285"/>
            <ac:spMk id="3" creationId="{11C79972-540B-A326-FB97-74F08C49E7FD}"/>
          </ac:spMkLst>
        </pc:spChg>
        <pc:spChg chg="add del mod ord">
          <ac:chgData name="Lynsey Mcmaster-Green" userId="9f8138b9-39cf-4698-8abc-f47f1e059ed5" providerId="ADAL" clId="{40485A39-B5F7-4E3D-8522-12A82775BEB6}" dt="2026-02-16T11:09:54.138" v="123" actId="700"/>
          <ac:spMkLst>
            <pc:docMk/>
            <pc:sldMk cId="3283074821" sldId="285"/>
            <ac:spMk id="5" creationId="{5B56FCB1-6DE0-774E-1E05-703D666BB1CA}"/>
          </ac:spMkLst>
        </pc:spChg>
        <pc:spChg chg="add del mod ord">
          <ac:chgData name="Lynsey Mcmaster-Green" userId="9f8138b9-39cf-4698-8abc-f47f1e059ed5" providerId="ADAL" clId="{40485A39-B5F7-4E3D-8522-12A82775BEB6}" dt="2026-02-16T11:09:54.138" v="123" actId="700"/>
          <ac:spMkLst>
            <pc:docMk/>
            <pc:sldMk cId="3283074821" sldId="285"/>
            <ac:spMk id="7" creationId="{80AF7846-F52B-6F87-438F-758FA4BBD4CD}"/>
          </ac:spMkLst>
        </pc:spChg>
        <pc:spChg chg="mod ord">
          <ac:chgData name="Lynsey Mcmaster-Green" userId="9f8138b9-39cf-4698-8abc-f47f1e059ed5" providerId="ADAL" clId="{40485A39-B5F7-4E3D-8522-12A82775BEB6}" dt="2026-02-16T12:14:46.219" v="967" actId="20577"/>
          <ac:spMkLst>
            <pc:docMk/>
            <pc:sldMk cId="3283074821" sldId="285"/>
            <ac:spMk id="9" creationId="{0129474E-AED7-AF43-1574-661D524DFF6E}"/>
          </ac:spMkLst>
        </pc:spChg>
        <pc:spChg chg="add mod">
          <ac:chgData name="Lynsey Mcmaster-Green" userId="9f8138b9-39cf-4698-8abc-f47f1e059ed5" providerId="ADAL" clId="{40485A39-B5F7-4E3D-8522-12A82775BEB6}" dt="2026-02-16T12:26:22.161" v="1625" actId="20577"/>
          <ac:spMkLst>
            <pc:docMk/>
            <pc:sldMk cId="3283074821" sldId="285"/>
            <ac:spMk id="15" creationId="{3B265965-5381-781E-EFF2-0405540A3F17}"/>
          </ac:spMkLst>
        </pc:spChg>
        <pc:spChg chg="add mod">
          <ac:chgData name="Lynsey Mcmaster-Green" userId="9f8138b9-39cf-4698-8abc-f47f1e059ed5" providerId="ADAL" clId="{40485A39-B5F7-4E3D-8522-12A82775BEB6}" dt="2026-02-16T12:19:52.521" v="1046" actId="207"/>
          <ac:spMkLst>
            <pc:docMk/>
            <pc:sldMk cId="3283074821" sldId="285"/>
            <ac:spMk id="16" creationId="{18A1D2BF-C42B-70AC-0DFB-9D9A4E463C4D}"/>
          </ac:spMkLst>
        </pc:spChg>
        <pc:spChg chg="add mod">
          <ac:chgData name="Lynsey Mcmaster-Green" userId="9f8138b9-39cf-4698-8abc-f47f1e059ed5" providerId="ADAL" clId="{40485A39-B5F7-4E3D-8522-12A82775BEB6}" dt="2026-02-16T12:26:25.504" v="1628" actId="20577"/>
          <ac:spMkLst>
            <pc:docMk/>
            <pc:sldMk cId="3283074821" sldId="285"/>
            <ac:spMk id="22" creationId="{BDC16C2C-D537-A2DB-0A98-999979FE7A58}"/>
          </ac:spMkLst>
        </pc:spChg>
        <pc:spChg chg="add del mod">
          <ac:chgData name="Lynsey Mcmaster-Green" userId="9f8138b9-39cf-4698-8abc-f47f1e059ed5" providerId="ADAL" clId="{40485A39-B5F7-4E3D-8522-12A82775BEB6}" dt="2026-02-16T12:55:08.510" v="3320"/>
          <ac:spMkLst>
            <pc:docMk/>
            <pc:sldMk cId="3283074821" sldId="285"/>
            <ac:spMk id="24" creationId="{E1DD581A-EB50-8F0E-E690-E9A6D2C5874F}"/>
          </ac:spMkLst>
        </pc:spChg>
        <pc:grpChg chg="del mod">
          <ac:chgData name="Lynsey Mcmaster-Green" userId="9f8138b9-39cf-4698-8abc-f47f1e059ed5" providerId="ADAL" clId="{40485A39-B5F7-4E3D-8522-12A82775BEB6}" dt="2026-02-16T12:19:11.992" v="1043" actId="21"/>
          <ac:grpSpMkLst>
            <pc:docMk/>
            <pc:sldMk cId="3283074821" sldId="285"/>
            <ac:grpSpMk id="8" creationId="{05532254-3C7E-5AF7-3835-5A9CE0DEE099}"/>
          </ac:grpSpMkLst>
        </pc:grpChg>
        <pc:picChg chg="add mod">
          <ac:chgData name="Lynsey Mcmaster-Green" userId="9f8138b9-39cf-4698-8abc-f47f1e059ed5" providerId="ADAL" clId="{40485A39-B5F7-4E3D-8522-12A82775BEB6}" dt="2026-02-16T12:57:13.181" v="3380" actId="14861"/>
          <ac:picMkLst>
            <pc:docMk/>
            <pc:sldMk cId="3283074821" sldId="285"/>
            <ac:picMk id="11" creationId="{7E29573F-3AE6-054F-1B19-92744D12F5B9}"/>
          </ac:picMkLst>
        </pc:picChg>
        <pc:picChg chg="add del">
          <ac:chgData name="Lynsey Mcmaster-Green" userId="9f8138b9-39cf-4698-8abc-f47f1e059ed5" providerId="ADAL" clId="{40485A39-B5F7-4E3D-8522-12A82775BEB6}" dt="2026-02-16T12:17:10.064" v="977" actId="478"/>
          <ac:picMkLst>
            <pc:docMk/>
            <pc:sldMk cId="3283074821" sldId="285"/>
            <ac:picMk id="13" creationId="{02440B5D-35E3-DA4A-0504-85E284467263}"/>
          </ac:picMkLst>
        </pc:picChg>
        <pc:picChg chg="add mod">
          <ac:chgData name="Lynsey Mcmaster-Green" userId="9f8138b9-39cf-4698-8abc-f47f1e059ed5" providerId="ADAL" clId="{40485A39-B5F7-4E3D-8522-12A82775BEB6}" dt="2026-02-16T12:57:19.806" v="3381" actId="14861"/>
          <ac:picMkLst>
            <pc:docMk/>
            <pc:sldMk cId="3283074821" sldId="285"/>
            <ac:picMk id="18" creationId="{596564C6-685B-1E76-B79F-D14E66395A99}"/>
          </ac:picMkLst>
        </pc:picChg>
        <pc:picChg chg="add del">
          <ac:chgData name="Lynsey Mcmaster-Green" userId="9f8138b9-39cf-4698-8abc-f47f1e059ed5" providerId="ADAL" clId="{40485A39-B5F7-4E3D-8522-12A82775BEB6}" dt="2026-02-16T12:20:58.586" v="1051" actId="478"/>
          <ac:picMkLst>
            <pc:docMk/>
            <pc:sldMk cId="3283074821" sldId="285"/>
            <ac:picMk id="20" creationId="{DEF19DDF-9256-33B7-DC86-5E12BE354148}"/>
          </ac:picMkLst>
        </pc:picChg>
      </pc:sldChg>
      <pc:sldChg chg="addSp delSp modSp mod ord">
        <pc:chgData name="Lynsey Mcmaster-Green" userId="9f8138b9-39cf-4698-8abc-f47f1e059ed5" providerId="ADAL" clId="{40485A39-B5F7-4E3D-8522-12A82775BEB6}" dt="2026-02-16T13:00:37.240" v="3563" actId="14861"/>
        <pc:sldMkLst>
          <pc:docMk/>
          <pc:sldMk cId="2000194165" sldId="288"/>
        </pc:sldMkLst>
        <pc:spChg chg="add mod">
          <ac:chgData name="Lynsey Mcmaster-Green" userId="9f8138b9-39cf-4698-8abc-f47f1e059ed5" providerId="ADAL" clId="{40485A39-B5F7-4E3D-8522-12A82775BEB6}" dt="2026-02-16T12:59:43.530" v="3539" actId="21"/>
          <ac:spMkLst>
            <pc:docMk/>
            <pc:sldMk cId="2000194165" sldId="288"/>
            <ac:spMk id="6" creationId="{6495C432-E860-0E2E-DE0F-C936FF8399A1}"/>
          </ac:spMkLst>
        </pc:spChg>
        <pc:spChg chg="mod">
          <ac:chgData name="Lynsey Mcmaster-Green" userId="9f8138b9-39cf-4698-8abc-f47f1e059ed5" providerId="ADAL" clId="{40485A39-B5F7-4E3D-8522-12A82775BEB6}" dt="2026-02-16T12:54:11.758" v="3314" actId="20577"/>
          <ac:spMkLst>
            <pc:docMk/>
            <pc:sldMk cId="2000194165" sldId="288"/>
            <ac:spMk id="9" creationId="{779A793B-426F-9079-0E16-19FBC66E4C38}"/>
          </ac:spMkLst>
        </pc:spChg>
        <pc:spChg chg="add mod">
          <ac:chgData name="Lynsey Mcmaster-Green" userId="9f8138b9-39cf-4698-8abc-f47f1e059ed5" providerId="ADAL" clId="{40485A39-B5F7-4E3D-8522-12A82775BEB6}" dt="2026-02-16T13:00:17.480" v="3560" actId="14100"/>
          <ac:spMkLst>
            <pc:docMk/>
            <pc:sldMk cId="2000194165" sldId="288"/>
            <ac:spMk id="12" creationId="{F52823ED-1786-C96F-D1EE-2D838DCE3F28}"/>
          </ac:spMkLst>
        </pc:spChg>
        <pc:grpChg chg="del mod">
          <ac:chgData name="Lynsey Mcmaster-Green" userId="9f8138b9-39cf-4698-8abc-f47f1e059ed5" providerId="ADAL" clId="{40485A39-B5F7-4E3D-8522-12A82775BEB6}" dt="2026-02-16T12:56:38.880" v="3375" actId="478"/>
          <ac:grpSpMkLst>
            <pc:docMk/>
            <pc:sldMk cId="2000194165" sldId="288"/>
            <ac:grpSpMk id="10" creationId="{2C5EF5C0-96D6-779E-62D2-F33BE0BCABCD}"/>
          </ac:grpSpMkLst>
        </pc:grpChg>
        <pc:picChg chg="add mod">
          <ac:chgData name="Lynsey Mcmaster-Green" userId="9f8138b9-39cf-4698-8abc-f47f1e059ed5" providerId="ADAL" clId="{40485A39-B5F7-4E3D-8522-12A82775BEB6}" dt="2026-02-16T13:00:09.196" v="3558" actId="14100"/>
          <ac:picMkLst>
            <pc:docMk/>
            <pc:sldMk cId="2000194165" sldId="288"/>
            <ac:picMk id="3" creationId="{59CCA75A-D37B-3A69-36D1-349D28B20665}"/>
          </ac:picMkLst>
        </pc:picChg>
        <pc:picChg chg="add mod">
          <ac:chgData name="Lynsey Mcmaster-Green" userId="9f8138b9-39cf-4698-8abc-f47f1e059ed5" providerId="ADAL" clId="{40485A39-B5F7-4E3D-8522-12A82775BEB6}" dt="2026-02-16T13:00:37.240" v="3563" actId="14861"/>
          <ac:picMkLst>
            <pc:docMk/>
            <pc:sldMk cId="2000194165" sldId="288"/>
            <ac:picMk id="11" creationId="{B3BA7FA7-483A-AFB1-3545-CC79213D950D}"/>
          </ac:picMkLst>
        </pc:picChg>
      </pc:sldChg>
      <pc:sldChg chg="addSp delSp modSp new mod ord modClrScheme chgLayout">
        <pc:chgData name="Lynsey Mcmaster-Green" userId="9f8138b9-39cf-4698-8abc-f47f1e059ed5" providerId="ADAL" clId="{40485A39-B5F7-4E3D-8522-12A82775BEB6}" dt="2026-02-16T12:16:55.930" v="975"/>
        <pc:sldMkLst>
          <pc:docMk/>
          <pc:sldMk cId="476550190" sldId="289"/>
        </pc:sldMkLst>
        <pc:spChg chg="del mod ord">
          <ac:chgData name="Lynsey Mcmaster-Green" userId="9f8138b9-39cf-4698-8abc-f47f1e059ed5" providerId="ADAL" clId="{40485A39-B5F7-4E3D-8522-12A82775BEB6}" dt="2026-02-16T11:15:43.744" v="155" actId="700"/>
          <ac:spMkLst>
            <pc:docMk/>
            <pc:sldMk cId="476550190" sldId="289"/>
            <ac:spMk id="2" creationId="{F1958F3B-2891-A43C-6455-3B9B0959FD5C}"/>
          </ac:spMkLst>
        </pc:spChg>
        <pc:spChg chg="mod ord">
          <ac:chgData name="Lynsey Mcmaster-Green" userId="9f8138b9-39cf-4698-8abc-f47f1e059ed5" providerId="ADAL" clId="{40485A39-B5F7-4E3D-8522-12A82775BEB6}" dt="2026-02-16T11:15:43.744" v="155" actId="700"/>
          <ac:spMkLst>
            <pc:docMk/>
            <pc:sldMk cId="476550190" sldId="289"/>
            <ac:spMk id="3" creationId="{D0190988-FB1B-848B-D692-B43E80778440}"/>
          </ac:spMkLst>
        </pc:spChg>
        <pc:spChg chg="del">
          <ac:chgData name="Lynsey Mcmaster-Green" userId="9f8138b9-39cf-4698-8abc-f47f1e059ed5" providerId="ADAL" clId="{40485A39-B5F7-4E3D-8522-12A82775BEB6}" dt="2026-02-16T11:15:15.073" v="154" actId="478"/>
          <ac:spMkLst>
            <pc:docMk/>
            <pc:sldMk cId="476550190" sldId="289"/>
            <ac:spMk id="4" creationId="{85A2A6E1-B725-674C-49C6-AA693C3808C2}"/>
          </ac:spMkLst>
        </pc:spChg>
        <pc:spChg chg="mod ord">
          <ac:chgData name="Lynsey Mcmaster-Green" userId="9f8138b9-39cf-4698-8abc-f47f1e059ed5" providerId="ADAL" clId="{40485A39-B5F7-4E3D-8522-12A82775BEB6}" dt="2026-02-16T11:15:43.744" v="155" actId="700"/>
          <ac:spMkLst>
            <pc:docMk/>
            <pc:sldMk cId="476550190" sldId="289"/>
            <ac:spMk id="5" creationId="{6F1C66C4-3633-6834-91C1-F09D897B8B88}"/>
          </ac:spMkLst>
        </pc:spChg>
        <pc:spChg chg="del mod ord">
          <ac:chgData name="Lynsey Mcmaster-Green" userId="9f8138b9-39cf-4698-8abc-f47f1e059ed5" providerId="ADAL" clId="{40485A39-B5F7-4E3D-8522-12A82775BEB6}" dt="2026-02-16T11:15:43.744" v="155" actId="700"/>
          <ac:spMkLst>
            <pc:docMk/>
            <pc:sldMk cId="476550190" sldId="289"/>
            <ac:spMk id="6" creationId="{023F7F5D-D013-02FF-E48B-A766844A4E1F}"/>
          </ac:spMkLst>
        </pc:spChg>
        <pc:spChg chg="del">
          <ac:chgData name="Lynsey Mcmaster-Green" userId="9f8138b9-39cf-4698-8abc-f47f1e059ed5" providerId="ADAL" clId="{40485A39-B5F7-4E3D-8522-12A82775BEB6}" dt="2026-02-16T11:15:43.744" v="155" actId="700"/>
          <ac:spMkLst>
            <pc:docMk/>
            <pc:sldMk cId="476550190" sldId="289"/>
            <ac:spMk id="7" creationId="{80CFB651-6CB9-F498-8EF3-9F8C6FA55C44}"/>
          </ac:spMkLst>
        </pc:spChg>
        <pc:spChg chg="del">
          <ac:chgData name="Lynsey Mcmaster-Green" userId="9f8138b9-39cf-4698-8abc-f47f1e059ed5" providerId="ADAL" clId="{40485A39-B5F7-4E3D-8522-12A82775BEB6}" dt="2026-02-16T11:15:43.744" v="155" actId="700"/>
          <ac:spMkLst>
            <pc:docMk/>
            <pc:sldMk cId="476550190" sldId="289"/>
            <ac:spMk id="8" creationId="{F740E192-6419-85EA-BA30-82F4418CAE0C}"/>
          </ac:spMkLst>
        </pc:spChg>
        <pc:spChg chg="add mod ord">
          <ac:chgData name="Lynsey Mcmaster-Green" userId="9f8138b9-39cf-4698-8abc-f47f1e059ed5" providerId="ADAL" clId="{40485A39-B5F7-4E3D-8522-12A82775BEB6}" dt="2026-02-16T12:12:48.218" v="920" actId="1076"/>
          <ac:spMkLst>
            <pc:docMk/>
            <pc:sldMk cId="476550190" sldId="289"/>
            <ac:spMk id="9" creationId="{EE7022BA-7C22-CC80-D876-39A8977CAA18}"/>
          </ac:spMkLst>
        </pc:spChg>
        <pc:spChg chg="add del mod ord">
          <ac:chgData name="Lynsey Mcmaster-Green" userId="9f8138b9-39cf-4698-8abc-f47f1e059ed5" providerId="ADAL" clId="{40485A39-B5F7-4E3D-8522-12A82775BEB6}" dt="2026-02-16T11:26:32.376" v="767" actId="478"/>
          <ac:spMkLst>
            <pc:docMk/>
            <pc:sldMk cId="476550190" sldId="289"/>
            <ac:spMk id="10" creationId="{FF1A7088-4A01-9D00-C3A9-C1027D1A6823}"/>
          </ac:spMkLst>
        </pc:spChg>
        <pc:picChg chg="add mod">
          <ac:chgData name="Lynsey Mcmaster-Green" userId="9f8138b9-39cf-4698-8abc-f47f1e059ed5" providerId="ADAL" clId="{40485A39-B5F7-4E3D-8522-12A82775BEB6}" dt="2026-02-16T12:12:50.795" v="921" actId="1076"/>
          <ac:picMkLst>
            <pc:docMk/>
            <pc:sldMk cId="476550190" sldId="289"/>
            <ac:picMk id="12" creationId="{436532B9-A011-B35D-9952-C1557C9CA932}"/>
          </ac:picMkLst>
        </pc:picChg>
        <pc:picChg chg="add mod">
          <ac:chgData name="Lynsey Mcmaster-Green" userId="9f8138b9-39cf-4698-8abc-f47f1e059ed5" providerId="ADAL" clId="{40485A39-B5F7-4E3D-8522-12A82775BEB6}" dt="2026-02-16T12:12:53.191" v="922" actId="1076"/>
          <ac:picMkLst>
            <pc:docMk/>
            <pc:sldMk cId="476550190" sldId="289"/>
            <ac:picMk id="14" creationId="{16E02E47-429C-1492-CFE2-CDABEE9A95B9}"/>
          </ac:picMkLst>
        </pc:picChg>
      </pc:sldChg>
      <pc:sldChg chg="addSp delSp modSp new mod">
        <pc:chgData name="Lynsey Mcmaster-Green" userId="9f8138b9-39cf-4698-8abc-f47f1e059ed5" providerId="ADAL" clId="{40485A39-B5F7-4E3D-8522-12A82775BEB6}" dt="2026-02-16T13:01:13.585" v="3564" actId="1076"/>
        <pc:sldMkLst>
          <pc:docMk/>
          <pc:sldMk cId="3626784847" sldId="290"/>
        </pc:sldMkLst>
        <pc:spChg chg="del">
          <ac:chgData name="Lynsey Mcmaster-Green" userId="9f8138b9-39cf-4698-8abc-f47f1e059ed5" providerId="ADAL" clId="{40485A39-B5F7-4E3D-8522-12A82775BEB6}" dt="2026-02-16T12:31:10.032" v="1633" actId="478"/>
          <ac:spMkLst>
            <pc:docMk/>
            <pc:sldMk cId="3626784847" sldId="290"/>
            <ac:spMk id="2" creationId="{D2AA3EA4-4EC9-186D-586D-DBA46136D81A}"/>
          </ac:spMkLst>
        </pc:spChg>
        <pc:spChg chg="mod">
          <ac:chgData name="Lynsey Mcmaster-Green" userId="9f8138b9-39cf-4698-8abc-f47f1e059ed5" providerId="ADAL" clId="{40485A39-B5F7-4E3D-8522-12A82775BEB6}" dt="2026-02-16T12:53:23.697" v="3259" actId="20577"/>
          <ac:spMkLst>
            <pc:docMk/>
            <pc:sldMk cId="3626784847" sldId="290"/>
            <ac:spMk id="3" creationId="{52148B75-7B65-CE74-41D5-F9C252334A99}"/>
          </ac:spMkLst>
        </pc:spChg>
        <pc:spChg chg="del">
          <ac:chgData name="Lynsey Mcmaster-Green" userId="9f8138b9-39cf-4698-8abc-f47f1e059ed5" providerId="ADAL" clId="{40485A39-B5F7-4E3D-8522-12A82775BEB6}" dt="2026-02-16T12:36:12.353" v="2026" actId="478"/>
          <ac:spMkLst>
            <pc:docMk/>
            <pc:sldMk cId="3626784847" sldId="290"/>
            <ac:spMk id="4" creationId="{1760EE1D-53E8-34A6-E459-0EB228BED95C}"/>
          </ac:spMkLst>
        </pc:spChg>
        <pc:spChg chg="del">
          <ac:chgData name="Lynsey Mcmaster-Green" userId="9f8138b9-39cf-4698-8abc-f47f1e059ed5" providerId="ADAL" clId="{40485A39-B5F7-4E3D-8522-12A82775BEB6}" dt="2026-02-16T12:32:47.911" v="1676" actId="478"/>
          <ac:spMkLst>
            <pc:docMk/>
            <pc:sldMk cId="3626784847" sldId="290"/>
            <ac:spMk id="6" creationId="{C4BD9BAD-CB5A-8613-E335-70FC9A26748D}"/>
          </ac:spMkLst>
        </pc:spChg>
        <pc:spChg chg="add mod">
          <ac:chgData name="Lynsey Mcmaster-Green" userId="9f8138b9-39cf-4698-8abc-f47f1e059ed5" providerId="ADAL" clId="{40485A39-B5F7-4E3D-8522-12A82775BEB6}" dt="2026-02-16T12:40:58.678" v="2508" actId="20577"/>
          <ac:spMkLst>
            <pc:docMk/>
            <pc:sldMk cId="3626784847" sldId="290"/>
            <ac:spMk id="11" creationId="{E33B7D6C-EB2F-D1AC-F3EA-8B5AD5473B74}"/>
          </ac:spMkLst>
        </pc:spChg>
        <pc:spChg chg="add mod">
          <ac:chgData name="Lynsey Mcmaster-Green" userId="9f8138b9-39cf-4698-8abc-f47f1e059ed5" providerId="ADAL" clId="{40485A39-B5F7-4E3D-8522-12A82775BEB6}" dt="2026-02-16T12:52:04.981" v="3257" actId="20577"/>
          <ac:spMkLst>
            <pc:docMk/>
            <pc:sldMk cId="3626784847" sldId="290"/>
            <ac:spMk id="13" creationId="{9D23FDAE-7300-6076-6033-602CD6950BC3}"/>
          </ac:spMkLst>
        </pc:spChg>
        <pc:picChg chg="add del">
          <ac:chgData name="Lynsey Mcmaster-Green" userId="9f8138b9-39cf-4698-8abc-f47f1e059ed5" providerId="ADAL" clId="{40485A39-B5F7-4E3D-8522-12A82775BEB6}" dt="2026-02-16T12:31:12.375" v="1634" actId="478"/>
          <ac:picMkLst>
            <pc:docMk/>
            <pc:sldMk cId="3626784847" sldId="290"/>
            <ac:picMk id="7" creationId="{02C1DBF6-B132-3D7F-241E-99DB806CBEAE}"/>
          </ac:picMkLst>
        </pc:picChg>
        <pc:picChg chg="add mod">
          <ac:chgData name="Lynsey Mcmaster-Green" userId="9f8138b9-39cf-4698-8abc-f47f1e059ed5" providerId="ADAL" clId="{40485A39-B5F7-4E3D-8522-12A82775BEB6}" dt="2026-02-16T12:40:26.073" v="2504" actId="14100"/>
          <ac:picMkLst>
            <pc:docMk/>
            <pc:sldMk cId="3626784847" sldId="290"/>
            <ac:picMk id="8" creationId="{8D968F3B-B27C-FBA1-AF54-6876E99849CC}"/>
          </ac:picMkLst>
        </pc:picChg>
        <pc:picChg chg="add mod">
          <ac:chgData name="Lynsey Mcmaster-Green" userId="9f8138b9-39cf-4698-8abc-f47f1e059ed5" providerId="ADAL" clId="{40485A39-B5F7-4E3D-8522-12A82775BEB6}" dt="2026-02-16T13:01:13.585" v="3564" actId="1076"/>
          <ac:picMkLst>
            <pc:docMk/>
            <pc:sldMk cId="3626784847" sldId="290"/>
            <ac:picMk id="9" creationId="{E293F96A-3573-B508-3251-DAA57BB1844B}"/>
          </ac:picMkLst>
        </pc:picChg>
      </pc:sldChg>
    </pc:docChg>
  </pc:docChgLst>
  <pc:docChgLst>
    <pc:chgData name="Katie Durnell" userId="S::durnelk@avivagroup.com::07ffd90d-8c36-4fa8-b543-aebbf233bd71" providerId="AD" clId="Web-{B1D5E6BE-B930-96E8-4863-CBE8B5B813D8}"/>
    <pc:docChg chg="modSld">
      <pc:chgData name="Katie Durnell" userId="S::durnelk@avivagroup.com::07ffd90d-8c36-4fa8-b543-aebbf233bd71" providerId="AD" clId="Web-{B1D5E6BE-B930-96E8-4863-CBE8B5B813D8}" dt="2026-02-17T10:58:06.109" v="2" actId="1076"/>
      <pc:docMkLst>
        <pc:docMk/>
      </pc:docMkLst>
      <pc:sldChg chg="modSp">
        <pc:chgData name="Katie Durnell" userId="S::durnelk@avivagroup.com::07ffd90d-8c36-4fa8-b543-aebbf233bd71" providerId="AD" clId="Web-{B1D5E6BE-B930-96E8-4863-CBE8B5B813D8}" dt="2026-02-17T10:58:06.109" v="2" actId="1076"/>
        <pc:sldMkLst>
          <pc:docMk/>
          <pc:sldMk cId="3283074821" sldId="285"/>
        </pc:sldMkLst>
        <pc:spChg chg="mod">
          <ac:chgData name="Katie Durnell" userId="S::durnelk@avivagroup.com::07ffd90d-8c36-4fa8-b543-aebbf233bd71" providerId="AD" clId="Web-{B1D5E6BE-B930-96E8-4863-CBE8B5B813D8}" dt="2026-02-17T10:58:06.109" v="2" actId="1076"/>
          <ac:spMkLst>
            <pc:docMk/>
            <pc:sldMk cId="3283074821" sldId="285"/>
            <ac:spMk id="22" creationId="{BDC16C2C-D537-A2DB-0A98-999979FE7A58}"/>
          </ac:spMkLst>
        </pc:spChg>
      </pc:sldChg>
      <pc:sldChg chg="modSp">
        <pc:chgData name="Katie Durnell" userId="S::durnelk@avivagroup.com::07ffd90d-8c36-4fa8-b543-aebbf233bd71" providerId="AD" clId="Web-{B1D5E6BE-B930-96E8-4863-CBE8B5B813D8}" dt="2026-02-17T10:57:10.295" v="1" actId="1076"/>
        <pc:sldMkLst>
          <pc:docMk/>
          <pc:sldMk cId="2000194165" sldId="288"/>
        </pc:sldMkLst>
        <pc:picChg chg="mod">
          <ac:chgData name="Katie Durnell" userId="S::durnelk@avivagroup.com::07ffd90d-8c36-4fa8-b543-aebbf233bd71" providerId="AD" clId="Web-{B1D5E6BE-B930-96E8-4863-CBE8B5B813D8}" dt="2026-02-17T10:57:10.295" v="1" actId="1076"/>
          <ac:picMkLst>
            <pc:docMk/>
            <pc:sldMk cId="2000194165" sldId="288"/>
            <ac:picMk id="11" creationId="{B3BA7FA7-483A-AFB1-3545-CC79213D950D}"/>
          </ac:picMkLst>
        </pc:picChg>
      </pc:sldChg>
      <pc:sldChg chg="modSp">
        <pc:chgData name="Katie Durnell" userId="S::durnelk@avivagroup.com::07ffd90d-8c36-4fa8-b543-aebbf233bd71" providerId="AD" clId="Web-{B1D5E6BE-B930-96E8-4863-CBE8B5B813D8}" dt="2026-02-17T10:56:43.279" v="0" actId="1076"/>
        <pc:sldMkLst>
          <pc:docMk/>
          <pc:sldMk cId="3626784847" sldId="290"/>
        </pc:sldMkLst>
        <pc:picChg chg="mod">
          <ac:chgData name="Katie Durnell" userId="S::durnelk@avivagroup.com::07ffd90d-8c36-4fa8-b543-aebbf233bd71" providerId="AD" clId="Web-{B1D5E6BE-B930-96E8-4863-CBE8B5B813D8}" dt="2026-02-17T10:56:43.279" v="0" actId="1076"/>
          <ac:picMkLst>
            <pc:docMk/>
            <pc:sldMk cId="3626784847" sldId="290"/>
            <ac:picMk id="8" creationId="{8D968F3B-B27C-FBA1-AF54-6876E99849C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5E7B18-690D-62D9-F8FC-9A0DADBC54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8A8C9471-AFCF-79B6-6E54-873ABFE9EF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1A3B08-7D79-41D1-B10C-573B721D8ADB}" type="datetimeFigureOut">
              <a:rPr lang="en-GB" smtClean="0"/>
              <a:t>17/02/2026</a:t>
            </a:fld>
            <a:endParaRPr lang="en-GB"/>
          </a:p>
        </p:txBody>
      </p:sp>
      <p:sp>
        <p:nvSpPr>
          <p:cNvPr id="4" name="Footer Placeholder 3">
            <a:extLst>
              <a:ext uri="{FF2B5EF4-FFF2-40B4-BE49-F238E27FC236}">
                <a16:creationId xmlns:a16="http://schemas.microsoft.com/office/drawing/2014/main" id="{8FE07BE7-5152-B8D7-75A1-FB4D024F27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8D36085-44B1-B18C-AC7C-063A4D1F50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27E108-F931-4D00-B106-1DE6801BD741}" type="slidenum">
              <a:rPr lang="en-GB" smtClean="0"/>
              <a:t>‹#›</a:t>
            </a:fld>
            <a:endParaRPr lang="en-GB"/>
          </a:p>
        </p:txBody>
      </p:sp>
    </p:spTree>
    <p:extLst>
      <p:ext uri="{BB962C8B-B14F-4D97-AF65-F5344CB8AC3E}">
        <p14:creationId xmlns:p14="http://schemas.microsoft.com/office/powerpoint/2010/main" val="3726022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367A01-BDDE-4D2E-8F3E-445206B89DC0}" type="datetimeFigureOut">
              <a:rPr lang="en-GB" smtClean="0"/>
              <a:t>17/02/2026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6F73F-C8A2-4138-8721-7E99A10CA1D7}" type="slidenum">
              <a:rPr lang="en-GB" smtClean="0"/>
              <a:t>‹#›</a:t>
            </a:fld>
            <a:endParaRPr lang="en-GB"/>
          </a:p>
        </p:txBody>
      </p:sp>
    </p:spTree>
    <p:extLst>
      <p:ext uri="{BB962C8B-B14F-4D97-AF65-F5344CB8AC3E}">
        <p14:creationId xmlns:p14="http://schemas.microsoft.com/office/powerpoint/2010/main" val="4019538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3F3CECF-983C-1D7B-4726-7D5437C98932}"/>
              </a:ext>
            </a:extLst>
          </p:cNvPr>
          <p:cNvSpPr txBox="1">
            <a:spLocks/>
          </p:cNvSpPr>
          <p:nvPr userDrawn="1"/>
        </p:nvSpPr>
        <p:spPr>
          <a:xfrm flipH="1" flipV="1">
            <a:off x="-9427" y="-18854"/>
            <a:ext cx="8040687" cy="687228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3652173 w 8109899"/>
              <a:gd name="connsiteY0" fmla="*/ 6934 h 6857673"/>
              <a:gd name="connsiteX1" fmla="*/ 8102150 w 8109899"/>
              <a:gd name="connsiteY1" fmla="*/ 8710 h 6857673"/>
              <a:gd name="connsiteX2" fmla="*/ 8109899 w 8109899"/>
              <a:gd name="connsiteY2" fmla="*/ 6210534 h 6857673"/>
              <a:gd name="connsiteX3" fmla="*/ 76280 w 8109899"/>
              <a:gd name="connsiteY3" fmla="*/ 6857673 h 6857673"/>
              <a:gd name="connsiteX4" fmla="*/ 2086488 w 8109899"/>
              <a:gd name="connsiteY4" fmla="*/ 2579732 h 6857673"/>
              <a:gd name="connsiteX5" fmla="*/ 3652173 w 8109899"/>
              <a:gd name="connsiteY5" fmla="*/ 6934 h 6857673"/>
              <a:gd name="connsiteX0" fmla="*/ 3652173 w 8116384"/>
              <a:gd name="connsiteY0" fmla="*/ 6934 h 6878500"/>
              <a:gd name="connsiteX1" fmla="*/ 8102150 w 8116384"/>
              <a:gd name="connsiteY1" fmla="*/ 8710 h 6878500"/>
              <a:gd name="connsiteX2" fmla="*/ 8116384 w 8116384"/>
              <a:gd name="connsiteY2" fmla="*/ 6878500 h 6878500"/>
              <a:gd name="connsiteX3" fmla="*/ 76280 w 8116384"/>
              <a:gd name="connsiteY3" fmla="*/ 6857673 h 6878500"/>
              <a:gd name="connsiteX4" fmla="*/ 2086488 w 8116384"/>
              <a:gd name="connsiteY4" fmla="*/ 2579732 h 6878500"/>
              <a:gd name="connsiteX5" fmla="*/ 3652173 w 8116384"/>
              <a:gd name="connsiteY5" fmla="*/ 6934 h 6878500"/>
              <a:gd name="connsiteX0" fmla="*/ 4500050 w 8121197"/>
              <a:gd name="connsiteY0" fmla="*/ 8356 h 6873437"/>
              <a:gd name="connsiteX1" fmla="*/ 8106963 w 8121197"/>
              <a:gd name="connsiteY1" fmla="*/ 3647 h 6873437"/>
              <a:gd name="connsiteX2" fmla="*/ 8121197 w 8121197"/>
              <a:gd name="connsiteY2" fmla="*/ 6873437 h 6873437"/>
              <a:gd name="connsiteX3" fmla="*/ 81093 w 8121197"/>
              <a:gd name="connsiteY3" fmla="*/ 6852610 h 6873437"/>
              <a:gd name="connsiteX4" fmla="*/ 2091301 w 8121197"/>
              <a:gd name="connsiteY4" fmla="*/ 2574669 h 6873437"/>
              <a:gd name="connsiteX5" fmla="*/ 4500050 w 8121197"/>
              <a:gd name="connsiteY5" fmla="*/ 8356 h 6873437"/>
              <a:gd name="connsiteX0" fmla="*/ 4494764 w 8115911"/>
              <a:gd name="connsiteY0" fmla="*/ 122173 h 6987254"/>
              <a:gd name="connsiteX1" fmla="*/ 8101677 w 8115911"/>
              <a:gd name="connsiteY1" fmla="*/ 117464 h 6987254"/>
              <a:gd name="connsiteX2" fmla="*/ 8115911 w 8115911"/>
              <a:gd name="connsiteY2" fmla="*/ 6987254 h 6987254"/>
              <a:gd name="connsiteX3" fmla="*/ 75807 w 8115911"/>
              <a:gd name="connsiteY3" fmla="*/ 6966427 h 6987254"/>
              <a:gd name="connsiteX4" fmla="*/ 2235173 w 8115911"/>
              <a:gd name="connsiteY4" fmla="*/ 1767601 h 6987254"/>
              <a:gd name="connsiteX5" fmla="*/ 4494764 w 8115911"/>
              <a:gd name="connsiteY5" fmla="*/ 122173 h 6987254"/>
              <a:gd name="connsiteX0" fmla="*/ 4494970 w 8116117"/>
              <a:gd name="connsiteY0" fmla="*/ 122173 h 6987254"/>
              <a:gd name="connsiteX1" fmla="*/ 8101883 w 8116117"/>
              <a:gd name="connsiteY1" fmla="*/ 117464 h 6987254"/>
              <a:gd name="connsiteX2" fmla="*/ 8116117 w 8116117"/>
              <a:gd name="connsiteY2" fmla="*/ 6987254 h 6987254"/>
              <a:gd name="connsiteX3" fmla="*/ 76013 w 8116117"/>
              <a:gd name="connsiteY3" fmla="*/ 6966427 h 6987254"/>
              <a:gd name="connsiteX4" fmla="*/ 2235379 w 8116117"/>
              <a:gd name="connsiteY4" fmla="*/ 1767601 h 6987254"/>
              <a:gd name="connsiteX5" fmla="*/ 4494970 w 8116117"/>
              <a:gd name="connsiteY5" fmla="*/ 122173 h 6987254"/>
              <a:gd name="connsiteX0" fmla="*/ 4418957 w 8040104"/>
              <a:gd name="connsiteY0" fmla="*/ 122173 h 6987254"/>
              <a:gd name="connsiteX1" fmla="*/ 8025870 w 8040104"/>
              <a:gd name="connsiteY1" fmla="*/ 117464 h 6987254"/>
              <a:gd name="connsiteX2" fmla="*/ 8040104 w 8040104"/>
              <a:gd name="connsiteY2" fmla="*/ 6987254 h 6987254"/>
              <a:gd name="connsiteX3" fmla="*/ 0 w 8040104"/>
              <a:gd name="connsiteY3" fmla="*/ 6966427 h 6987254"/>
              <a:gd name="connsiteX4" fmla="*/ 2159366 w 8040104"/>
              <a:gd name="connsiteY4" fmla="*/ 1767601 h 6987254"/>
              <a:gd name="connsiteX5" fmla="*/ 4418957 w 8040104"/>
              <a:gd name="connsiteY5" fmla="*/ 122173 h 6987254"/>
              <a:gd name="connsiteX0" fmla="*/ 4418957 w 8040104"/>
              <a:gd name="connsiteY0" fmla="*/ 122173 h 6987254"/>
              <a:gd name="connsiteX1" fmla="*/ 8025870 w 8040104"/>
              <a:gd name="connsiteY1" fmla="*/ 117464 h 6987254"/>
              <a:gd name="connsiteX2" fmla="*/ 8040104 w 8040104"/>
              <a:gd name="connsiteY2" fmla="*/ 6987254 h 6987254"/>
              <a:gd name="connsiteX3" fmla="*/ 0 w 8040104"/>
              <a:gd name="connsiteY3" fmla="*/ 6966427 h 6987254"/>
              <a:gd name="connsiteX4" fmla="*/ 2159366 w 8040104"/>
              <a:gd name="connsiteY4" fmla="*/ 1767601 h 6987254"/>
              <a:gd name="connsiteX5" fmla="*/ 4418957 w 8040104"/>
              <a:gd name="connsiteY5" fmla="*/ 122173 h 6987254"/>
              <a:gd name="connsiteX0" fmla="*/ 4418957 w 8040104"/>
              <a:gd name="connsiteY0" fmla="*/ 116890 h 6981971"/>
              <a:gd name="connsiteX1" fmla="*/ 8025870 w 8040104"/>
              <a:gd name="connsiteY1" fmla="*/ 112181 h 6981971"/>
              <a:gd name="connsiteX2" fmla="*/ 8040104 w 8040104"/>
              <a:gd name="connsiteY2" fmla="*/ 6981971 h 6981971"/>
              <a:gd name="connsiteX3" fmla="*/ 0 w 8040104"/>
              <a:gd name="connsiteY3" fmla="*/ 6961144 h 6981971"/>
              <a:gd name="connsiteX4" fmla="*/ 2859757 w 8040104"/>
              <a:gd name="connsiteY4" fmla="*/ 1690982 h 6981971"/>
              <a:gd name="connsiteX5" fmla="*/ 4418957 w 8040104"/>
              <a:gd name="connsiteY5" fmla="*/ 116890 h 6981971"/>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41388 h 7006469"/>
              <a:gd name="connsiteX1" fmla="*/ 8025870 w 8040104"/>
              <a:gd name="connsiteY1" fmla="*/ 136679 h 7006469"/>
              <a:gd name="connsiteX2" fmla="*/ 8040104 w 8040104"/>
              <a:gd name="connsiteY2" fmla="*/ 7006469 h 7006469"/>
              <a:gd name="connsiteX3" fmla="*/ 0 w 8040104"/>
              <a:gd name="connsiteY3" fmla="*/ 6985642 h 7006469"/>
              <a:gd name="connsiteX4" fmla="*/ 2217731 w 8040104"/>
              <a:gd name="connsiteY4" fmla="*/ 2046220 h 7006469"/>
              <a:gd name="connsiteX5" fmla="*/ 4418957 w 8040104"/>
              <a:gd name="connsiteY5" fmla="*/ 141388 h 7006469"/>
              <a:gd name="connsiteX0" fmla="*/ 4418957 w 8040104"/>
              <a:gd name="connsiteY0" fmla="*/ 4709 h 6869790"/>
              <a:gd name="connsiteX1" fmla="*/ 8025870 w 8040104"/>
              <a:gd name="connsiteY1" fmla="*/ 0 h 6869790"/>
              <a:gd name="connsiteX2" fmla="*/ 8040104 w 8040104"/>
              <a:gd name="connsiteY2" fmla="*/ 6869790 h 6869790"/>
              <a:gd name="connsiteX3" fmla="*/ 0 w 8040104"/>
              <a:gd name="connsiteY3" fmla="*/ 6848963 h 6869790"/>
              <a:gd name="connsiteX4" fmla="*/ 2217731 w 8040104"/>
              <a:gd name="connsiteY4" fmla="*/ 1909541 h 6869790"/>
              <a:gd name="connsiteX5" fmla="*/ 4418957 w 8040104"/>
              <a:gd name="connsiteY5" fmla="*/ 4709 h 6869790"/>
              <a:gd name="connsiteX0" fmla="*/ 4470838 w 8040104"/>
              <a:gd name="connsiteY0" fmla="*/ 0 h 6988298"/>
              <a:gd name="connsiteX1" fmla="*/ 8025870 w 8040104"/>
              <a:gd name="connsiteY1" fmla="*/ 118508 h 6988298"/>
              <a:gd name="connsiteX2" fmla="*/ 8040104 w 8040104"/>
              <a:gd name="connsiteY2" fmla="*/ 6988298 h 6988298"/>
              <a:gd name="connsiteX3" fmla="*/ 0 w 8040104"/>
              <a:gd name="connsiteY3" fmla="*/ 6967471 h 6988298"/>
              <a:gd name="connsiteX4" fmla="*/ 2217731 w 8040104"/>
              <a:gd name="connsiteY4" fmla="*/ 2028049 h 6988298"/>
              <a:gd name="connsiteX5" fmla="*/ 4470838 w 8040104"/>
              <a:gd name="connsiteY5" fmla="*/ 0 h 6988298"/>
              <a:gd name="connsiteX0" fmla="*/ 4470838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217731 w 8040104"/>
              <a:gd name="connsiteY4" fmla="*/ 1930772 h 6891021"/>
              <a:gd name="connsiteX5" fmla="*/ 4470838 w 8040104"/>
              <a:gd name="connsiteY5" fmla="*/ 0 h 689102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470838 w 8040104"/>
              <a:gd name="connsiteY5" fmla="*/ 0 h 6891021"/>
              <a:gd name="connsiteX0" fmla="*/ 467836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678361 w 8040104"/>
              <a:gd name="connsiteY5" fmla="*/ 0 h 6891021"/>
              <a:gd name="connsiteX0" fmla="*/ 4412472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412472 w 8040104"/>
              <a:gd name="connsiteY5" fmla="*/ 0 h 6891021"/>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399501 w 8040104"/>
              <a:gd name="connsiteY5" fmla="*/ 0 h 6891021"/>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399501 w 8040104"/>
              <a:gd name="connsiteY5" fmla="*/ 0 h 6891021"/>
              <a:gd name="connsiteX0" fmla="*/ 4399501 w 8040104"/>
              <a:gd name="connsiteY0" fmla="*/ 160672 h 7051693"/>
              <a:gd name="connsiteX1" fmla="*/ 8025870 w 8040104"/>
              <a:gd name="connsiteY1" fmla="*/ 181903 h 7051693"/>
              <a:gd name="connsiteX2" fmla="*/ 8040104 w 8040104"/>
              <a:gd name="connsiteY2" fmla="*/ 7051693 h 7051693"/>
              <a:gd name="connsiteX3" fmla="*/ 0 w 8040104"/>
              <a:gd name="connsiteY3" fmla="*/ 7030866 h 7051693"/>
              <a:gd name="connsiteX4" fmla="*/ 2464165 w 8040104"/>
              <a:gd name="connsiteY4" fmla="*/ 2402730 h 7051693"/>
              <a:gd name="connsiteX5" fmla="*/ 4399501 w 8040104"/>
              <a:gd name="connsiteY5" fmla="*/ 160672 h 7051693"/>
              <a:gd name="connsiteX0" fmla="*/ 4399501 w 8040104"/>
              <a:gd name="connsiteY0" fmla="*/ 120352 h 7011373"/>
              <a:gd name="connsiteX1" fmla="*/ 8025870 w 8040104"/>
              <a:gd name="connsiteY1" fmla="*/ 141583 h 7011373"/>
              <a:gd name="connsiteX2" fmla="*/ 8040104 w 8040104"/>
              <a:gd name="connsiteY2" fmla="*/ 7011373 h 7011373"/>
              <a:gd name="connsiteX3" fmla="*/ 0 w 8040104"/>
              <a:gd name="connsiteY3" fmla="*/ 6990546 h 7011373"/>
              <a:gd name="connsiteX4" fmla="*/ 2172335 w 8040104"/>
              <a:gd name="connsiteY4" fmla="*/ 1817661 h 7011373"/>
              <a:gd name="connsiteX5" fmla="*/ 4399501 w 8040104"/>
              <a:gd name="connsiteY5" fmla="*/ 120352 h 7011373"/>
              <a:gd name="connsiteX0" fmla="*/ 4399501 w 8040104"/>
              <a:gd name="connsiteY0" fmla="*/ 120352 h 7011373"/>
              <a:gd name="connsiteX1" fmla="*/ 8025870 w 8040104"/>
              <a:gd name="connsiteY1" fmla="*/ 141583 h 7011373"/>
              <a:gd name="connsiteX2" fmla="*/ 8040104 w 8040104"/>
              <a:gd name="connsiteY2" fmla="*/ 7011373 h 7011373"/>
              <a:gd name="connsiteX3" fmla="*/ 0 w 8040104"/>
              <a:gd name="connsiteY3" fmla="*/ 6990546 h 7011373"/>
              <a:gd name="connsiteX4" fmla="*/ 2172335 w 8040104"/>
              <a:gd name="connsiteY4" fmla="*/ 1817661 h 7011373"/>
              <a:gd name="connsiteX5" fmla="*/ 4399501 w 8040104"/>
              <a:gd name="connsiteY5" fmla="*/ 120352 h 7011373"/>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72335 w 8040104"/>
              <a:gd name="connsiteY4" fmla="*/ 1697309 h 6891021"/>
              <a:gd name="connsiteX5" fmla="*/ 4399501 w 8040104"/>
              <a:gd name="connsiteY5" fmla="*/ 0 h 6891021"/>
              <a:gd name="connsiteX0" fmla="*/ 4632965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72335 w 8040104"/>
              <a:gd name="connsiteY4" fmla="*/ 1697309 h 6891021"/>
              <a:gd name="connsiteX5" fmla="*/ 4632965 w 8040104"/>
              <a:gd name="connsiteY5" fmla="*/ 0 h 6891021"/>
              <a:gd name="connsiteX0" fmla="*/ 4509748 w 8040104"/>
              <a:gd name="connsiteY0" fmla="*/ 0 h 6878051"/>
              <a:gd name="connsiteX1" fmla="*/ 8025870 w 8040104"/>
              <a:gd name="connsiteY1" fmla="*/ 8261 h 6878051"/>
              <a:gd name="connsiteX2" fmla="*/ 8040104 w 8040104"/>
              <a:gd name="connsiteY2" fmla="*/ 6878051 h 6878051"/>
              <a:gd name="connsiteX3" fmla="*/ 0 w 8040104"/>
              <a:gd name="connsiteY3" fmla="*/ 6857224 h 6878051"/>
              <a:gd name="connsiteX4" fmla="*/ 2172335 w 8040104"/>
              <a:gd name="connsiteY4" fmla="*/ 1684339 h 6878051"/>
              <a:gd name="connsiteX5" fmla="*/ 4509748 w 8040104"/>
              <a:gd name="connsiteY5" fmla="*/ 0 h 6878051"/>
              <a:gd name="connsiteX0" fmla="*/ 4393016 w 8040104"/>
              <a:gd name="connsiteY0" fmla="*/ 0 h 6878051"/>
              <a:gd name="connsiteX1" fmla="*/ 8025870 w 8040104"/>
              <a:gd name="connsiteY1" fmla="*/ 8261 h 6878051"/>
              <a:gd name="connsiteX2" fmla="*/ 8040104 w 8040104"/>
              <a:gd name="connsiteY2" fmla="*/ 6878051 h 6878051"/>
              <a:gd name="connsiteX3" fmla="*/ 0 w 8040104"/>
              <a:gd name="connsiteY3" fmla="*/ 6857224 h 6878051"/>
              <a:gd name="connsiteX4" fmla="*/ 2172335 w 8040104"/>
              <a:gd name="connsiteY4" fmla="*/ 1684339 h 6878051"/>
              <a:gd name="connsiteX5" fmla="*/ 4393016 w 8040104"/>
              <a:gd name="connsiteY5" fmla="*/ 0 h 6878051"/>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132952 h 7004518"/>
              <a:gd name="connsiteX1" fmla="*/ 8025870 w 8040104"/>
              <a:gd name="connsiteY1" fmla="*/ 134728 h 7004518"/>
              <a:gd name="connsiteX2" fmla="*/ 8040104 w 8040104"/>
              <a:gd name="connsiteY2" fmla="*/ 7004518 h 7004518"/>
              <a:gd name="connsiteX3" fmla="*/ 0 w 8040104"/>
              <a:gd name="connsiteY3" fmla="*/ 6983691 h 7004518"/>
              <a:gd name="connsiteX4" fmla="*/ 2126939 w 8040104"/>
              <a:gd name="connsiteY4" fmla="*/ 1934023 h 7004518"/>
              <a:gd name="connsiteX5" fmla="*/ 4380045 w 8040104"/>
              <a:gd name="connsiteY5" fmla="*/ 132952 h 7004518"/>
              <a:gd name="connsiteX0" fmla="*/ 4380045 w 8040104"/>
              <a:gd name="connsiteY0" fmla="*/ 126709 h 6998275"/>
              <a:gd name="connsiteX1" fmla="*/ 8025870 w 8040104"/>
              <a:gd name="connsiteY1" fmla="*/ 128485 h 6998275"/>
              <a:gd name="connsiteX2" fmla="*/ 8040104 w 8040104"/>
              <a:gd name="connsiteY2" fmla="*/ 6998275 h 6998275"/>
              <a:gd name="connsiteX3" fmla="*/ 0 w 8040104"/>
              <a:gd name="connsiteY3" fmla="*/ 6977448 h 6998275"/>
              <a:gd name="connsiteX4" fmla="*/ 2146395 w 8040104"/>
              <a:gd name="connsiteY4" fmla="*/ 1843473 h 6998275"/>
              <a:gd name="connsiteX5" fmla="*/ 4380045 w 8040104"/>
              <a:gd name="connsiteY5" fmla="*/ 126709 h 6998275"/>
              <a:gd name="connsiteX0" fmla="*/ 4380045 w 8040104"/>
              <a:gd name="connsiteY0" fmla="*/ 123346 h 6994912"/>
              <a:gd name="connsiteX1" fmla="*/ 8025870 w 8040104"/>
              <a:gd name="connsiteY1" fmla="*/ 125122 h 6994912"/>
              <a:gd name="connsiteX2" fmla="*/ 8040104 w 8040104"/>
              <a:gd name="connsiteY2" fmla="*/ 6994912 h 6994912"/>
              <a:gd name="connsiteX3" fmla="*/ 0 w 8040104"/>
              <a:gd name="connsiteY3" fmla="*/ 6974085 h 6994912"/>
              <a:gd name="connsiteX4" fmla="*/ 2159365 w 8040104"/>
              <a:gd name="connsiteY4" fmla="*/ 1794714 h 6994912"/>
              <a:gd name="connsiteX5" fmla="*/ 4380045 w 8040104"/>
              <a:gd name="connsiteY5" fmla="*/ 123346 h 6994912"/>
              <a:gd name="connsiteX0" fmla="*/ 4380045 w 8040104"/>
              <a:gd name="connsiteY0" fmla="*/ 202 h 6871768"/>
              <a:gd name="connsiteX1" fmla="*/ 8025870 w 8040104"/>
              <a:gd name="connsiteY1" fmla="*/ 1978 h 6871768"/>
              <a:gd name="connsiteX2" fmla="*/ 8040104 w 8040104"/>
              <a:gd name="connsiteY2" fmla="*/ 6871768 h 6871768"/>
              <a:gd name="connsiteX3" fmla="*/ 0 w 8040104"/>
              <a:gd name="connsiteY3" fmla="*/ 6850941 h 6871768"/>
              <a:gd name="connsiteX4" fmla="*/ 2159365 w 8040104"/>
              <a:gd name="connsiteY4" fmla="*/ 1671570 h 6871768"/>
              <a:gd name="connsiteX5" fmla="*/ 4380045 w 8040104"/>
              <a:gd name="connsiteY5" fmla="*/ 202 h 687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0104" h="6871768">
                <a:moveTo>
                  <a:pt x="4380045" y="202"/>
                </a:moveTo>
                <a:cubicBezTo>
                  <a:pt x="5377251" y="13767"/>
                  <a:pt x="6810595" y="1386"/>
                  <a:pt x="8025870" y="1978"/>
                </a:cubicBezTo>
                <a:cubicBezTo>
                  <a:pt x="8030615" y="2291908"/>
                  <a:pt x="8035359" y="4581838"/>
                  <a:pt x="8040104" y="6871768"/>
                </a:cubicBezTo>
                <a:lnTo>
                  <a:pt x="0" y="6850941"/>
                </a:lnTo>
                <a:cubicBezTo>
                  <a:pt x="846109" y="4823847"/>
                  <a:pt x="1669307" y="2683658"/>
                  <a:pt x="2159365" y="1671570"/>
                </a:cubicBezTo>
                <a:cubicBezTo>
                  <a:pt x="2649423" y="659482"/>
                  <a:pt x="3382839" y="-13363"/>
                  <a:pt x="4380045" y="202"/>
                </a:cubicBezTo>
                <a:close/>
              </a:path>
            </a:pathLst>
          </a:custGeom>
          <a:solidFill>
            <a:schemeClr val="accent5"/>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3" name="Picture Placeholder 4">
            <a:extLst>
              <a:ext uri="{FF2B5EF4-FFF2-40B4-BE49-F238E27FC236}">
                <a16:creationId xmlns:a16="http://schemas.microsoft.com/office/drawing/2014/main" id="{40A75132-6903-E3A7-D56B-D26EB50841A3}"/>
              </a:ext>
            </a:extLst>
          </p:cNvPr>
          <p:cNvSpPr>
            <a:spLocks noGrp="1"/>
          </p:cNvSpPr>
          <p:nvPr>
            <p:ph type="pic" sz="quarter" idx="12"/>
          </p:nvPr>
        </p:nvSpPr>
        <p:spPr>
          <a:xfrm>
            <a:off x="6050977" y="683614"/>
            <a:ext cx="6140288" cy="6187086"/>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tx1"/>
            </a:fgClr>
            <a:bgClr>
              <a:schemeClr val="tx1">
                <a:lumMod val="65000"/>
              </a:schemeClr>
            </a:bgClr>
          </a:pattFill>
        </p:spPr>
        <p:txBody>
          <a:bodyPr lIns="720000" tIns="1332000" rIns="720000" rtlCol="0">
            <a:normAutofit/>
          </a:bodyPr>
          <a:lstStyle>
            <a:lvl1pPr marL="0" indent="0" algn="ctr">
              <a:buFontTx/>
              <a:buNone/>
              <a:defRPr sz="1200" b="0" i="0">
                <a:solidFill>
                  <a:schemeClr val="bg2"/>
                </a:solidFill>
                <a:latin typeface="Schibsted Grotesk Bold" pitchFamily="2" charset="77"/>
                <a:cs typeface="Schibsted Grotesk Bold" pitchFamily="2" charset="77"/>
              </a:defRPr>
            </a:lvl1pPr>
          </a:lstStyle>
          <a:p>
            <a:pPr lvl="0"/>
            <a:r>
              <a:rPr lang="en-GB" noProof="0"/>
              <a:t>Click icon to add picture</a:t>
            </a:r>
            <a:endParaRPr lang="en-US" noProof="0"/>
          </a:p>
        </p:txBody>
      </p:sp>
      <p:pic>
        <p:nvPicPr>
          <p:cNvPr id="8" name="Picture 7">
            <a:extLst>
              <a:ext uri="{FF2B5EF4-FFF2-40B4-BE49-F238E27FC236}">
                <a16:creationId xmlns:a16="http://schemas.microsoft.com/office/drawing/2014/main" id="{73107398-4A09-6C7C-9FFC-37AC6999DF5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9075" y="206375"/>
            <a:ext cx="25019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758B154F-DF30-E205-9A36-8F8AA51BCE6F}"/>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CC8BF864-B4A5-BF3B-17E8-4BB5B1B1B9CC}"/>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73709316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accent5"/>
        </a:soli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48D70E1-97E1-B00F-ED70-1E83401754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9075" y="206375"/>
            <a:ext cx="25019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a:spLocks noGrp="1"/>
          </p:cNvSpPr>
          <p:nvPr>
            <p:ph type="ctrTitle"/>
          </p:nvPr>
        </p:nvSpPr>
        <p:spPr>
          <a:xfrm>
            <a:off x="426379" y="1916920"/>
            <a:ext cx="5349765" cy="1603933"/>
          </a:xfrm>
          <a:prstGeom prst="rect">
            <a:avLst/>
          </a:prstGeom>
        </p:spPr>
        <p:txBody>
          <a:bodyPr anchor="b"/>
          <a:lstStyle>
            <a:lvl1pPr algn="l">
              <a:defRPr sz="4000" b="0" i="0">
                <a:solidFill>
                  <a:schemeClr val="tx2"/>
                </a:solidFill>
                <a:latin typeface="+mj-lt"/>
              </a:defRPr>
            </a:lvl1pPr>
          </a:lstStyle>
          <a:p>
            <a:r>
              <a:rPr lang="en-GB"/>
              <a:t>Click to edit Master title style</a:t>
            </a:r>
            <a:endParaRPr lang="en-US"/>
          </a:p>
        </p:txBody>
      </p:sp>
      <p:sp>
        <p:nvSpPr>
          <p:cNvPr id="9" name="Subtitle 2"/>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4"/>
          <p:cNvSpPr>
            <a:spLocks noGrp="1"/>
          </p:cNvSpPr>
          <p:nvPr>
            <p:ph type="pic" sz="quarter" idx="10"/>
          </p:nvPr>
        </p:nvSpPr>
        <p:spPr>
          <a:xfrm>
            <a:off x="5154757" y="0"/>
            <a:ext cx="7062643" cy="6858000"/>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5779" h="6886269">
                <a:moveTo>
                  <a:pt x="1359187" y="0"/>
                </a:moveTo>
                <a:lnTo>
                  <a:pt x="7055504" y="8040"/>
                </a:lnTo>
                <a:cubicBezTo>
                  <a:pt x="7062262" y="2300783"/>
                  <a:pt x="7069021" y="4593526"/>
                  <a:pt x="7075779" y="6886269"/>
                </a:cubicBezTo>
                <a:lnTo>
                  <a:pt x="0" y="6884231"/>
                </a:lnTo>
                <a:cubicBezTo>
                  <a:pt x="800803" y="4835017"/>
                  <a:pt x="1012724" y="4088015"/>
                  <a:pt x="1378044" y="3086366"/>
                </a:cubicBezTo>
                <a:cubicBezTo>
                  <a:pt x="1743364" y="2084717"/>
                  <a:pt x="1964635" y="1220855"/>
                  <a:pt x="1359187" y="0"/>
                </a:cubicBezTo>
                <a:close/>
              </a:path>
            </a:pathLst>
          </a:custGeom>
          <a:pattFill prst="pct5">
            <a:fgClr>
              <a:schemeClr val="bg1"/>
            </a:fgClr>
            <a:bgClr>
              <a:schemeClr val="bg1">
                <a:lumMod val="65000"/>
              </a:schemeClr>
            </a:bgClr>
          </a:pattFill>
        </p:spPr>
        <p:txBody>
          <a:bodyPr lIns="72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GB" noProof="0"/>
              <a:t>Click icon to add picture</a:t>
            </a:r>
            <a:endParaRPr lang="en-US" noProof="0"/>
          </a:p>
        </p:txBody>
      </p:sp>
    </p:spTree>
    <p:extLst>
      <p:ext uri="{BB962C8B-B14F-4D97-AF65-F5344CB8AC3E}">
        <p14:creationId xmlns:p14="http://schemas.microsoft.com/office/powerpoint/2010/main" val="2196400562"/>
      </p:ext>
    </p:extLst>
  </p:cSld>
  <p:clrMapOvr>
    <a:overrideClrMapping bg1="lt1" tx1="dk1" bg2="lt2" tx2="dk2" accent1="accent1" accent2="accent2" accent3="accent3" accent4="accent4" accent5="accent5" accent6="accent6" hlink="hlink" folHlink="folHlink"/>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F9A97BBF-9399-153F-484A-01203F6DAD42}"/>
              </a:ext>
            </a:extLst>
          </p:cNvPr>
          <p:cNvSpPr/>
          <p:nvPr userDrawn="1"/>
        </p:nvSpPr>
        <p:spPr>
          <a:xfrm>
            <a:off x="-7938"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4" name="Picture 8">
            <a:extLst>
              <a:ext uri="{FF2B5EF4-FFF2-40B4-BE49-F238E27FC236}">
                <a16:creationId xmlns:a16="http://schemas.microsoft.com/office/drawing/2014/main" id="{7F290938-493D-6D20-7E5B-E1C92D07623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9075" y="206375"/>
            <a:ext cx="25019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Picture Placeholder 4"/>
          <p:cNvSpPr>
            <a:spLocks noGrp="1"/>
          </p:cNvSpPr>
          <p:nvPr>
            <p:ph type="pic" sz="quarter" idx="10"/>
          </p:nvPr>
        </p:nvSpPr>
        <p:spPr>
          <a:xfrm>
            <a:off x="3954275" y="478641"/>
            <a:ext cx="8262794" cy="637935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62794" h="6385512">
                <a:moveTo>
                  <a:pt x="3694213" y="10779"/>
                </a:moveTo>
                <a:cubicBezTo>
                  <a:pt x="4454678" y="-625"/>
                  <a:pt x="4955852" y="-2302"/>
                  <a:pt x="5531504" y="2583"/>
                </a:cubicBezTo>
                <a:cubicBezTo>
                  <a:pt x="6084147" y="29223"/>
                  <a:pt x="6757712" y="-16965"/>
                  <a:pt x="7183294" y="954486"/>
                </a:cubicBezTo>
                <a:cubicBezTo>
                  <a:pt x="7583476" y="1932287"/>
                  <a:pt x="7878547" y="2625298"/>
                  <a:pt x="8262794" y="3532586"/>
                </a:cubicBezTo>
                <a:cubicBezTo>
                  <a:pt x="8253341" y="4497024"/>
                  <a:pt x="8252886" y="5683881"/>
                  <a:pt x="8244179" y="6385512"/>
                </a:cubicBezTo>
                <a:lnTo>
                  <a:pt x="0" y="6377124"/>
                </a:lnTo>
                <a:cubicBezTo>
                  <a:pt x="184403" y="5889100"/>
                  <a:pt x="260068" y="5746144"/>
                  <a:pt x="558290" y="4969641"/>
                </a:cubicBezTo>
                <a:cubicBezTo>
                  <a:pt x="1167174" y="4990306"/>
                  <a:pt x="1929029" y="4560948"/>
                  <a:pt x="2352037" y="3529317"/>
                </a:cubicBezTo>
                <a:cubicBezTo>
                  <a:pt x="2775045" y="2497686"/>
                  <a:pt x="3491225" y="566611"/>
                  <a:pt x="3694213" y="10779"/>
                </a:cubicBezTo>
                <a:close/>
              </a:path>
            </a:pathLst>
          </a:custGeom>
          <a:pattFill prst="pct5">
            <a:fgClr>
              <a:schemeClr val="bg1"/>
            </a:fgClr>
            <a:bgClr>
              <a:schemeClr val="bg1">
                <a:lumMod val="65000"/>
              </a:schemeClr>
            </a:bgClr>
          </a:pattFill>
        </p:spPr>
        <p:txBody>
          <a:bodyPr lIns="234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GB" noProof="0"/>
              <a:t>Click icon to add picture</a:t>
            </a:r>
            <a:endParaRPr lang="en-US" noProof="0"/>
          </a:p>
        </p:txBody>
      </p:sp>
      <p:sp>
        <p:nvSpPr>
          <p:cNvPr id="6" name="Title 1">
            <a:extLst>
              <a:ext uri="{FF2B5EF4-FFF2-40B4-BE49-F238E27FC236}">
                <a16:creationId xmlns:a16="http://schemas.microsoft.com/office/drawing/2014/main" id="{BA7DFF01-12F2-FCD5-AE18-6450A1F70231}"/>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tx2"/>
                </a:solidFill>
                <a:latin typeface="+mj-lt"/>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5BE17CB9-DBB8-782B-FF7B-7A7F167A2429}"/>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304413"/>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4">
    <p:bg>
      <p:bgPr>
        <a:solidFill>
          <a:schemeClr val="bg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F19DDE3-818E-8644-9E61-B35BED1F2F4F}"/>
              </a:ext>
            </a:extLst>
          </p:cNvPr>
          <p:cNvSpPr txBox="1">
            <a:spLocks/>
          </p:cNvSpPr>
          <p:nvPr userDrawn="1"/>
        </p:nvSpPr>
        <p:spPr>
          <a:xfrm flipH="1">
            <a:off x="-9525" y="-28575"/>
            <a:ext cx="6972300" cy="689133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38683 w 6096409"/>
              <a:gd name="connsiteY0" fmla="*/ 72693 h 6276293"/>
              <a:gd name="connsiteX1" fmla="*/ 5287527 w 6096409"/>
              <a:gd name="connsiteY1" fmla="*/ 650626 h 6276293"/>
              <a:gd name="connsiteX2" fmla="*/ 6096409 w 6096409"/>
              <a:gd name="connsiteY2" fmla="*/ 6276293 h 6276293"/>
              <a:gd name="connsiteX3" fmla="*/ 1525836 w 6096409"/>
              <a:gd name="connsiteY3" fmla="*/ 6255466 h 6276293"/>
              <a:gd name="connsiteX4" fmla="*/ 72998 w 6096409"/>
              <a:gd name="connsiteY4" fmla="*/ 2645491 h 6276293"/>
              <a:gd name="connsiteX5" fmla="*/ 1638683 w 6096409"/>
              <a:gd name="connsiteY5" fmla="*/ 72693 h 6276293"/>
              <a:gd name="connsiteX0" fmla="*/ 1641246 w 6098972"/>
              <a:gd name="connsiteY0" fmla="*/ 176561 h 6380161"/>
              <a:gd name="connsiteX1" fmla="*/ 5591887 w 6098972"/>
              <a:gd name="connsiteY1" fmla="*/ 216748 h 6380161"/>
              <a:gd name="connsiteX2" fmla="*/ 6098972 w 6098972"/>
              <a:gd name="connsiteY2" fmla="*/ 6380161 h 6380161"/>
              <a:gd name="connsiteX3" fmla="*/ 1528399 w 6098972"/>
              <a:gd name="connsiteY3" fmla="*/ 6359334 h 6380161"/>
              <a:gd name="connsiteX4" fmla="*/ 75561 w 6098972"/>
              <a:gd name="connsiteY4" fmla="*/ 2749359 h 6380161"/>
              <a:gd name="connsiteX5" fmla="*/ 1641246 w 6098972"/>
              <a:gd name="connsiteY5" fmla="*/ 176561 h 6380161"/>
              <a:gd name="connsiteX0" fmla="*/ 785215 w 6098947"/>
              <a:gd name="connsiteY0" fmla="*/ 193139 h 6330893"/>
              <a:gd name="connsiteX1" fmla="*/ 5591862 w 6098947"/>
              <a:gd name="connsiteY1" fmla="*/ 167480 h 6330893"/>
              <a:gd name="connsiteX2" fmla="*/ 6098947 w 6098947"/>
              <a:gd name="connsiteY2" fmla="*/ 6330893 h 6330893"/>
              <a:gd name="connsiteX3" fmla="*/ 1528374 w 6098947"/>
              <a:gd name="connsiteY3" fmla="*/ 6310066 h 6330893"/>
              <a:gd name="connsiteX4" fmla="*/ 75536 w 6098947"/>
              <a:gd name="connsiteY4" fmla="*/ 2700091 h 6330893"/>
              <a:gd name="connsiteX5" fmla="*/ 785215 w 6098947"/>
              <a:gd name="connsiteY5" fmla="*/ 193139 h 6330893"/>
              <a:gd name="connsiteX0" fmla="*/ 1077816 w 6391548"/>
              <a:gd name="connsiteY0" fmla="*/ 167153 h 6304907"/>
              <a:gd name="connsiteX1" fmla="*/ 5884463 w 6391548"/>
              <a:gd name="connsiteY1" fmla="*/ 141494 h 6304907"/>
              <a:gd name="connsiteX2" fmla="*/ 6391548 w 6391548"/>
              <a:gd name="connsiteY2" fmla="*/ 6304907 h 6304907"/>
              <a:gd name="connsiteX3" fmla="*/ 1820975 w 6391548"/>
              <a:gd name="connsiteY3" fmla="*/ 6284080 h 6304907"/>
              <a:gd name="connsiteX4" fmla="*/ 33417 w 6391548"/>
              <a:gd name="connsiteY4" fmla="*/ 2322923 h 6304907"/>
              <a:gd name="connsiteX5" fmla="*/ 1077816 w 6391548"/>
              <a:gd name="connsiteY5" fmla="*/ 167153 h 6304907"/>
              <a:gd name="connsiteX0" fmla="*/ 1052844 w 6366576"/>
              <a:gd name="connsiteY0" fmla="*/ 167153 h 6304907"/>
              <a:gd name="connsiteX1" fmla="*/ 5859491 w 6366576"/>
              <a:gd name="connsiteY1" fmla="*/ 141494 h 6304907"/>
              <a:gd name="connsiteX2" fmla="*/ 6366576 w 6366576"/>
              <a:gd name="connsiteY2" fmla="*/ 6304907 h 6304907"/>
              <a:gd name="connsiteX3" fmla="*/ 1329591 w 6366576"/>
              <a:gd name="connsiteY3" fmla="*/ 5965822 h 6304907"/>
              <a:gd name="connsiteX4" fmla="*/ 8445 w 6366576"/>
              <a:gd name="connsiteY4" fmla="*/ 2322923 h 6304907"/>
              <a:gd name="connsiteX5" fmla="*/ 1052844 w 6366576"/>
              <a:gd name="connsiteY5" fmla="*/ 167153 h 6304907"/>
              <a:gd name="connsiteX0" fmla="*/ 1052844 w 5859491"/>
              <a:gd name="connsiteY0" fmla="*/ 167153 h 5965822"/>
              <a:gd name="connsiteX1" fmla="*/ 5859491 w 5859491"/>
              <a:gd name="connsiteY1" fmla="*/ 141494 h 5965822"/>
              <a:gd name="connsiteX2" fmla="*/ 5027697 w 5859491"/>
              <a:gd name="connsiteY2" fmla="*/ 4993464 h 5965822"/>
              <a:gd name="connsiteX3" fmla="*/ 1329591 w 5859491"/>
              <a:gd name="connsiteY3" fmla="*/ 5965822 h 5965822"/>
              <a:gd name="connsiteX4" fmla="*/ 8445 w 5859491"/>
              <a:gd name="connsiteY4" fmla="*/ 2322923 h 5965822"/>
              <a:gd name="connsiteX5" fmla="*/ 1052844 w 5859491"/>
              <a:gd name="connsiteY5" fmla="*/ 167153 h 5965822"/>
              <a:gd name="connsiteX0" fmla="*/ 1052844 w 5867242"/>
              <a:gd name="connsiteY0" fmla="*/ 167153 h 5970188"/>
              <a:gd name="connsiteX1" fmla="*/ 5859491 w 5867242"/>
              <a:gd name="connsiteY1" fmla="*/ 141494 h 5970188"/>
              <a:gd name="connsiteX2" fmla="*/ 5867242 w 5867242"/>
              <a:gd name="connsiteY2" fmla="*/ 5970188 h 5970188"/>
              <a:gd name="connsiteX3" fmla="*/ 1329591 w 5867242"/>
              <a:gd name="connsiteY3" fmla="*/ 5965822 h 5970188"/>
              <a:gd name="connsiteX4" fmla="*/ 8445 w 5867242"/>
              <a:gd name="connsiteY4" fmla="*/ 2322923 h 5970188"/>
              <a:gd name="connsiteX5" fmla="*/ 1052844 w 5867242"/>
              <a:gd name="connsiteY5" fmla="*/ 167153 h 5970188"/>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110378 w 5924776"/>
              <a:gd name="connsiteY0" fmla="*/ 25659 h 5828694"/>
              <a:gd name="connsiteX1" fmla="*/ 5917025 w 5924776"/>
              <a:gd name="connsiteY1" fmla="*/ 0 h 5828694"/>
              <a:gd name="connsiteX2" fmla="*/ 5924776 w 5924776"/>
              <a:gd name="connsiteY2" fmla="*/ 5828694 h 5828694"/>
              <a:gd name="connsiteX3" fmla="*/ 1387125 w 5924776"/>
              <a:gd name="connsiteY3" fmla="*/ 5824328 h 5828694"/>
              <a:gd name="connsiteX4" fmla="*/ 65979 w 5924776"/>
              <a:gd name="connsiteY4" fmla="*/ 2181429 h 5828694"/>
              <a:gd name="connsiteX5" fmla="*/ 1110378 w 5924776"/>
              <a:gd name="connsiteY5" fmla="*/ 25659 h 5828694"/>
              <a:gd name="connsiteX0" fmla="*/ 1086070 w 5900468"/>
              <a:gd name="connsiteY0" fmla="*/ 25659 h 5828694"/>
              <a:gd name="connsiteX1" fmla="*/ 5892717 w 5900468"/>
              <a:gd name="connsiteY1" fmla="*/ 0 h 5828694"/>
              <a:gd name="connsiteX2" fmla="*/ 5900468 w 5900468"/>
              <a:gd name="connsiteY2" fmla="*/ 5828694 h 5828694"/>
              <a:gd name="connsiteX3" fmla="*/ 1362817 w 5900468"/>
              <a:gd name="connsiteY3" fmla="*/ 5824328 h 5828694"/>
              <a:gd name="connsiteX4" fmla="*/ 69107 w 5900468"/>
              <a:gd name="connsiteY4" fmla="*/ 2351532 h 5828694"/>
              <a:gd name="connsiteX5" fmla="*/ 1086070 w 5900468"/>
              <a:gd name="connsiteY5" fmla="*/ 25659 h 5828694"/>
              <a:gd name="connsiteX0" fmla="*/ 1094837 w 5909235"/>
              <a:gd name="connsiteY0" fmla="*/ 25659 h 5828694"/>
              <a:gd name="connsiteX1" fmla="*/ 5901484 w 5909235"/>
              <a:gd name="connsiteY1" fmla="*/ 0 h 5828694"/>
              <a:gd name="connsiteX2" fmla="*/ 5909235 w 5909235"/>
              <a:gd name="connsiteY2" fmla="*/ 5828694 h 5828694"/>
              <a:gd name="connsiteX3" fmla="*/ 1371584 w 5909235"/>
              <a:gd name="connsiteY3" fmla="*/ 5824328 h 5828694"/>
              <a:gd name="connsiteX4" fmla="*/ 77874 w 5909235"/>
              <a:gd name="connsiteY4" fmla="*/ 2351532 h 5828694"/>
              <a:gd name="connsiteX5" fmla="*/ 1094837 w 5909235"/>
              <a:gd name="connsiteY5" fmla="*/ 25659 h 5828694"/>
              <a:gd name="connsiteX0" fmla="*/ 1070930 w 5885328"/>
              <a:gd name="connsiteY0" fmla="*/ 25659 h 5828694"/>
              <a:gd name="connsiteX1" fmla="*/ 5877577 w 5885328"/>
              <a:gd name="connsiteY1" fmla="*/ 0 h 5828694"/>
              <a:gd name="connsiteX2" fmla="*/ 5885328 w 5885328"/>
              <a:gd name="connsiteY2" fmla="*/ 5828694 h 5828694"/>
              <a:gd name="connsiteX3" fmla="*/ 1347677 w 5885328"/>
              <a:gd name="connsiteY3" fmla="*/ 5824328 h 5828694"/>
              <a:gd name="connsiteX4" fmla="*/ 81403 w 5885328"/>
              <a:gd name="connsiteY4" fmla="*/ 2505174 h 5828694"/>
              <a:gd name="connsiteX5" fmla="*/ 1070930 w 5885328"/>
              <a:gd name="connsiteY5" fmla="*/ 25659 h 5828694"/>
              <a:gd name="connsiteX0" fmla="*/ 1095835 w 5910233"/>
              <a:gd name="connsiteY0" fmla="*/ 25659 h 5828694"/>
              <a:gd name="connsiteX1" fmla="*/ 5902482 w 5910233"/>
              <a:gd name="connsiteY1" fmla="*/ 0 h 5828694"/>
              <a:gd name="connsiteX2" fmla="*/ 5910233 w 5910233"/>
              <a:gd name="connsiteY2" fmla="*/ 5828694 h 5828694"/>
              <a:gd name="connsiteX3" fmla="*/ 1372582 w 5910233"/>
              <a:gd name="connsiteY3" fmla="*/ 5824328 h 5828694"/>
              <a:gd name="connsiteX4" fmla="*/ 106308 w 5910233"/>
              <a:gd name="connsiteY4" fmla="*/ 2505174 h 5828694"/>
              <a:gd name="connsiteX5" fmla="*/ 1095835 w 5910233"/>
              <a:gd name="connsiteY5" fmla="*/ 25659 h 5828694"/>
              <a:gd name="connsiteX0" fmla="*/ 1025203 w 5812165"/>
              <a:gd name="connsiteY0" fmla="*/ 0 h 5830471"/>
              <a:gd name="connsiteX1" fmla="*/ 5804414 w 5812165"/>
              <a:gd name="connsiteY1" fmla="*/ 1777 h 5830471"/>
              <a:gd name="connsiteX2" fmla="*/ 5812165 w 5812165"/>
              <a:gd name="connsiteY2" fmla="*/ 5830471 h 5830471"/>
              <a:gd name="connsiteX3" fmla="*/ 1274514 w 5812165"/>
              <a:gd name="connsiteY3" fmla="*/ 5826105 h 5830471"/>
              <a:gd name="connsiteX4" fmla="*/ 8240 w 5812165"/>
              <a:gd name="connsiteY4" fmla="*/ 2506951 h 5830471"/>
              <a:gd name="connsiteX5" fmla="*/ 1025203 w 5812165"/>
              <a:gd name="connsiteY5" fmla="*/ 0 h 5830471"/>
              <a:gd name="connsiteX0" fmla="*/ 1043591 w 5830553"/>
              <a:gd name="connsiteY0" fmla="*/ 0 h 5830471"/>
              <a:gd name="connsiteX1" fmla="*/ 5822802 w 5830553"/>
              <a:gd name="connsiteY1" fmla="*/ 1777 h 5830471"/>
              <a:gd name="connsiteX2" fmla="*/ 5830553 w 5830553"/>
              <a:gd name="connsiteY2" fmla="*/ 5830471 h 5830471"/>
              <a:gd name="connsiteX3" fmla="*/ 1292902 w 5830553"/>
              <a:gd name="connsiteY3" fmla="*/ 5826105 h 5830471"/>
              <a:gd name="connsiteX4" fmla="*/ 26628 w 5830553"/>
              <a:gd name="connsiteY4" fmla="*/ 2506951 h 5830471"/>
              <a:gd name="connsiteX5" fmla="*/ 1043591 w 5830553"/>
              <a:gd name="connsiteY5" fmla="*/ 0 h 5830471"/>
              <a:gd name="connsiteX0" fmla="*/ 1104951 w 5891913"/>
              <a:gd name="connsiteY0" fmla="*/ 0 h 5830471"/>
              <a:gd name="connsiteX1" fmla="*/ 5884162 w 5891913"/>
              <a:gd name="connsiteY1" fmla="*/ 1777 h 5830471"/>
              <a:gd name="connsiteX2" fmla="*/ 5891913 w 5891913"/>
              <a:gd name="connsiteY2" fmla="*/ 5830471 h 5830471"/>
              <a:gd name="connsiteX3" fmla="*/ 1354262 w 5891913"/>
              <a:gd name="connsiteY3" fmla="*/ 5826105 h 5830471"/>
              <a:gd name="connsiteX4" fmla="*/ 87988 w 5891913"/>
              <a:gd name="connsiteY4" fmla="*/ 2506951 h 5830471"/>
              <a:gd name="connsiteX5" fmla="*/ 1104951 w 5891913"/>
              <a:gd name="connsiteY5" fmla="*/ 0 h 5830471"/>
              <a:gd name="connsiteX0" fmla="*/ 795815 w 5582777"/>
              <a:gd name="connsiteY0" fmla="*/ 0 h 5830471"/>
              <a:gd name="connsiteX1" fmla="*/ 5575026 w 5582777"/>
              <a:gd name="connsiteY1" fmla="*/ 1777 h 5830471"/>
              <a:gd name="connsiteX2" fmla="*/ 5582777 w 5582777"/>
              <a:gd name="connsiteY2" fmla="*/ 5830471 h 5830471"/>
              <a:gd name="connsiteX3" fmla="*/ 1045126 w 5582777"/>
              <a:gd name="connsiteY3" fmla="*/ 5826105 h 5830471"/>
              <a:gd name="connsiteX4" fmla="*/ 239778 w 5582777"/>
              <a:gd name="connsiteY4" fmla="*/ 2726439 h 5830471"/>
              <a:gd name="connsiteX5" fmla="*/ 795815 w 5582777"/>
              <a:gd name="connsiteY5" fmla="*/ 0 h 5830471"/>
              <a:gd name="connsiteX0" fmla="*/ 823831 w 5610793"/>
              <a:gd name="connsiteY0" fmla="*/ 0 h 5830471"/>
              <a:gd name="connsiteX1" fmla="*/ 5603042 w 5610793"/>
              <a:gd name="connsiteY1" fmla="*/ 1777 h 5830471"/>
              <a:gd name="connsiteX2" fmla="*/ 5610793 w 5610793"/>
              <a:gd name="connsiteY2" fmla="*/ 5830471 h 5830471"/>
              <a:gd name="connsiteX3" fmla="*/ 1073142 w 5610793"/>
              <a:gd name="connsiteY3" fmla="*/ 5826105 h 5830471"/>
              <a:gd name="connsiteX4" fmla="*/ 267794 w 5610793"/>
              <a:gd name="connsiteY4" fmla="*/ 2726439 h 5830471"/>
              <a:gd name="connsiteX5" fmla="*/ 823831 w 5610793"/>
              <a:gd name="connsiteY5" fmla="*/ 0 h 5830471"/>
              <a:gd name="connsiteX0" fmla="*/ 1067622 w 5854584"/>
              <a:gd name="connsiteY0" fmla="*/ 0 h 5830471"/>
              <a:gd name="connsiteX1" fmla="*/ 5846833 w 5854584"/>
              <a:gd name="connsiteY1" fmla="*/ 1777 h 5830471"/>
              <a:gd name="connsiteX2" fmla="*/ 5854584 w 5854584"/>
              <a:gd name="connsiteY2" fmla="*/ 5830471 h 5830471"/>
              <a:gd name="connsiteX3" fmla="*/ 1316933 w 5854584"/>
              <a:gd name="connsiteY3" fmla="*/ 5826105 h 5830471"/>
              <a:gd name="connsiteX4" fmla="*/ 138455 w 5854584"/>
              <a:gd name="connsiteY4" fmla="*/ 2726439 h 5830471"/>
              <a:gd name="connsiteX5" fmla="*/ 1067622 w 5854584"/>
              <a:gd name="connsiteY5" fmla="*/ 0 h 5830471"/>
              <a:gd name="connsiteX0" fmla="*/ 1118785 w 5905747"/>
              <a:gd name="connsiteY0" fmla="*/ 0 h 5830471"/>
              <a:gd name="connsiteX1" fmla="*/ 5897996 w 5905747"/>
              <a:gd name="connsiteY1" fmla="*/ 1777 h 5830471"/>
              <a:gd name="connsiteX2" fmla="*/ 5905747 w 5905747"/>
              <a:gd name="connsiteY2" fmla="*/ 5830471 h 5830471"/>
              <a:gd name="connsiteX3" fmla="*/ 1368096 w 5905747"/>
              <a:gd name="connsiteY3" fmla="*/ 5826105 h 5830471"/>
              <a:gd name="connsiteX4" fmla="*/ 189618 w 5905747"/>
              <a:gd name="connsiteY4" fmla="*/ 2726439 h 5830471"/>
              <a:gd name="connsiteX5" fmla="*/ 1118785 w 5905747"/>
              <a:gd name="connsiteY5" fmla="*/ 0 h 5830471"/>
              <a:gd name="connsiteX0" fmla="*/ 1110524 w 5897486"/>
              <a:gd name="connsiteY0" fmla="*/ 0 h 5830471"/>
              <a:gd name="connsiteX1" fmla="*/ 5889735 w 5897486"/>
              <a:gd name="connsiteY1" fmla="*/ 1777 h 5830471"/>
              <a:gd name="connsiteX2" fmla="*/ 5897486 w 5897486"/>
              <a:gd name="connsiteY2" fmla="*/ 5830471 h 5830471"/>
              <a:gd name="connsiteX3" fmla="*/ 1359835 w 5897486"/>
              <a:gd name="connsiteY3" fmla="*/ 5826105 h 5830471"/>
              <a:gd name="connsiteX4" fmla="*/ 192332 w 5897486"/>
              <a:gd name="connsiteY4" fmla="*/ 2847158 h 5830471"/>
              <a:gd name="connsiteX5" fmla="*/ 1110524 w 5897486"/>
              <a:gd name="connsiteY5" fmla="*/ 0 h 5830471"/>
              <a:gd name="connsiteX0" fmla="*/ 1058315 w 5845277"/>
              <a:gd name="connsiteY0" fmla="*/ 0 h 5830471"/>
              <a:gd name="connsiteX1" fmla="*/ 5837526 w 5845277"/>
              <a:gd name="connsiteY1" fmla="*/ 1777 h 5830471"/>
              <a:gd name="connsiteX2" fmla="*/ 5845277 w 5845277"/>
              <a:gd name="connsiteY2" fmla="*/ 5830471 h 5830471"/>
              <a:gd name="connsiteX3" fmla="*/ 1307626 w 5845277"/>
              <a:gd name="connsiteY3" fmla="*/ 5826105 h 5830471"/>
              <a:gd name="connsiteX4" fmla="*/ 140123 w 5845277"/>
              <a:gd name="connsiteY4" fmla="*/ 2847158 h 5830471"/>
              <a:gd name="connsiteX5" fmla="*/ 1058315 w 5845277"/>
              <a:gd name="connsiteY5" fmla="*/ 0 h 5830471"/>
              <a:gd name="connsiteX0" fmla="*/ 1111706 w 5898668"/>
              <a:gd name="connsiteY0" fmla="*/ 0 h 5830471"/>
              <a:gd name="connsiteX1" fmla="*/ 5890917 w 5898668"/>
              <a:gd name="connsiteY1" fmla="*/ 1777 h 5830471"/>
              <a:gd name="connsiteX2" fmla="*/ 5898668 w 5898668"/>
              <a:gd name="connsiteY2" fmla="*/ 5830471 h 5830471"/>
              <a:gd name="connsiteX3" fmla="*/ 1361017 w 5898668"/>
              <a:gd name="connsiteY3" fmla="*/ 5826105 h 5830471"/>
              <a:gd name="connsiteX4" fmla="*/ 193514 w 5898668"/>
              <a:gd name="connsiteY4" fmla="*/ 2847158 h 5830471"/>
              <a:gd name="connsiteX5" fmla="*/ 1111706 w 5898668"/>
              <a:gd name="connsiteY5" fmla="*/ 0 h 583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8668" h="5830471">
                <a:moveTo>
                  <a:pt x="1111706" y="0"/>
                </a:moveTo>
                <a:lnTo>
                  <a:pt x="5890917" y="1777"/>
                </a:lnTo>
                <a:cubicBezTo>
                  <a:pt x="5893501" y="1944675"/>
                  <a:pt x="5896084" y="3887573"/>
                  <a:pt x="5898668" y="5830471"/>
                </a:cubicBezTo>
                <a:lnTo>
                  <a:pt x="1361017" y="5826105"/>
                </a:lnTo>
                <a:cubicBezTo>
                  <a:pt x="884165" y="4616134"/>
                  <a:pt x="564298" y="3889508"/>
                  <a:pt x="193514" y="2847158"/>
                </a:cubicBezTo>
                <a:cubicBezTo>
                  <a:pt x="-177270" y="1804808"/>
                  <a:pt x="-88443" y="544650"/>
                  <a:pt x="1111706" y="0"/>
                </a:cubicBezTo>
                <a:close/>
              </a:path>
            </a:pathLst>
          </a:custGeom>
          <a:solidFill>
            <a:schemeClr val="accent5"/>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8" name="Title 1"/>
          <p:cNvSpPr>
            <a:spLocks noGrp="1"/>
          </p:cNvSpPr>
          <p:nvPr>
            <p:ph type="ctrTitle"/>
          </p:nvPr>
        </p:nvSpPr>
        <p:spPr>
          <a:xfrm>
            <a:off x="426379" y="1916920"/>
            <a:ext cx="5349765" cy="1603933"/>
          </a:xfrm>
          <a:prstGeom prst="rect">
            <a:avLst/>
          </a:prstGeom>
        </p:spPr>
        <p:txBody>
          <a:bodyPr anchor="b"/>
          <a:lstStyle>
            <a:lvl1pPr algn="l">
              <a:defRPr sz="4000" b="0" i="0">
                <a:solidFill>
                  <a:schemeClr val="tx2"/>
                </a:solidFill>
                <a:latin typeface="+mj-lt"/>
              </a:defRPr>
            </a:lvl1pPr>
          </a:lstStyle>
          <a:p>
            <a:r>
              <a:rPr lang="en-GB"/>
              <a:t>Click to edit Master title style</a:t>
            </a:r>
            <a:endParaRPr lang="en-US"/>
          </a:p>
        </p:txBody>
      </p:sp>
      <p:sp>
        <p:nvSpPr>
          <p:cNvPr id="9" name="Subtitle 2"/>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3" name="Picture 8">
            <a:extLst>
              <a:ext uri="{FF2B5EF4-FFF2-40B4-BE49-F238E27FC236}">
                <a16:creationId xmlns:a16="http://schemas.microsoft.com/office/drawing/2014/main" id="{B166D0B9-16C3-6C22-A4EC-50773D29256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9075" y="206375"/>
            <a:ext cx="25019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467611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5">
    <p:bg>
      <p:bgPr>
        <a:solidFill>
          <a:schemeClr val="bg2"/>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9684A0D-153D-90FA-67FC-641B158914AC}"/>
              </a:ext>
            </a:extLst>
          </p:cNvPr>
          <p:cNvSpPr/>
          <p:nvPr userDrawn="1"/>
        </p:nvSpPr>
        <p:spPr>
          <a:xfrm rot="10800000">
            <a:off x="4332287" y="1393825"/>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3" name="Rectangle 8">
            <a:extLst>
              <a:ext uri="{FF2B5EF4-FFF2-40B4-BE49-F238E27FC236}">
                <a16:creationId xmlns:a16="http://schemas.microsoft.com/office/drawing/2014/main" id="{F9A97BBF-9399-153F-484A-01203F6DAD42}"/>
              </a:ext>
            </a:extLst>
          </p:cNvPr>
          <p:cNvSpPr/>
          <p:nvPr userDrawn="1"/>
        </p:nvSpPr>
        <p:spPr>
          <a:xfrm>
            <a:off x="-7938"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4" name="Picture 8">
            <a:extLst>
              <a:ext uri="{FF2B5EF4-FFF2-40B4-BE49-F238E27FC236}">
                <a16:creationId xmlns:a16="http://schemas.microsoft.com/office/drawing/2014/main" id="{7F290938-493D-6D20-7E5B-E1C92D07623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9075" y="206375"/>
            <a:ext cx="25019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BA7DFF01-12F2-FCD5-AE18-6450A1F70231}"/>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tx2"/>
                </a:solidFill>
                <a:latin typeface="+mj-lt"/>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5BE17CB9-DBB8-782B-FF7B-7A7F167A2429}"/>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1212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6379" y="1600228"/>
            <a:ext cx="5173717" cy="1363462"/>
          </a:xfrm>
        </p:spPr>
        <p:txBody>
          <a:bodyPr/>
          <a:lstStyle>
            <a:lvl1pPr>
              <a:defRPr>
                <a:solidFill>
                  <a:schemeClr val="tx2"/>
                </a:solidFill>
              </a:defRPr>
            </a:lvl1pPr>
          </a:lstStyle>
          <a:p>
            <a:r>
              <a:rPr lang="en-GB"/>
              <a:t>Click to edit Master title style</a:t>
            </a:r>
            <a:endParaRPr lang="en-US"/>
          </a:p>
        </p:txBody>
      </p:sp>
      <p:sp>
        <p:nvSpPr>
          <p:cNvPr id="6" name="Rectangle 4">
            <a:extLst>
              <a:ext uri="{FF2B5EF4-FFF2-40B4-BE49-F238E27FC236}">
                <a16:creationId xmlns:a16="http://schemas.microsoft.com/office/drawing/2014/main" id="{9E68E71F-6D00-D379-4653-CFBC2E30BB86}"/>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7" name="Picture 3">
            <a:extLst>
              <a:ext uri="{FF2B5EF4-FFF2-40B4-BE49-F238E27FC236}">
                <a16:creationId xmlns:a16="http://schemas.microsoft.com/office/drawing/2014/main" id="{E49A7B10-8A9B-680E-847F-3CA2ACE5B07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E0BEC3F9-66C5-9650-180E-5EDD144E9CD9}"/>
              </a:ext>
            </a:extLst>
          </p:cNvPr>
          <p:cNvSpPr>
            <a:spLocks noGrp="1"/>
          </p:cNvSpPr>
          <p:nvPr>
            <p:ph type="subTitle" idx="1"/>
          </p:nvPr>
        </p:nvSpPr>
        <p:spPr>
          <a:xfrm>
            <a:off x="426379" y="3396212"/>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4" name="Picture 3" descr="A yellow line in a black background&#10;&#10;Description automatically generated">
            <a:extLst>
              <a:ext uri="{FF2B5EF4-FFF2-40B4-BE49-F238E27FC236}">
                <a16:creationId xmlns:a16="http://schemas.microsoft.com/office/drawing/2014/main" id="{CF497421-276A-40B0-8437-EEE52C7DD4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a:noFill/>
        </p:spPr>
      </p:pic>
    </p:spTree>
    <p:extLst>
      <p:ext uri="{BB962C8B-B14F-4D97-AF65-F5344CB8AC3E}">
        <p14:creationId xmlns:p14="http://schemas.microsoft.com/office/powerpoint/2010/main" val="3061111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tx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3F3CECF-983C-1D7B-4726-7D5437C98932}"/>
              </a:ext>
            </a:extLst>
          </p:cNvPr>
          <p:cNvSpPr txBox="1">
            <a:spLocks/>
          </p:cNvSpPr>
          <p:nvPr userDrawn="1"/>
        </p:nvSpPr>
        <p:spPr>
          <a:xfrm flipH="1" flipV="1">
            <a:off x="-9427" y="-18854"/>
            <a:ext cx="8040687" cy="687228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3652173 w 8109899"/>
              <a:gd name="connsiteY0" fmla="*/ 6934 h 6857673"/>
              <a:gd name="connsiteX1" fmla="*/ 8102150 w 8109899"/>
              <a:gd name="connsiteY1" fmla="*/ 8710 h 6857673"/>
              <a:gd name="connsiteX2" fmla="*/ 8109899 w 8109899"/>
              <a:gd name="connsiteY2" fmla="*/ 6210534 h 6857673"/>
              <a:gd name="connsiteX3" fmla="*/ 76280 w 8109899"/>
              <a:gd name="connsiteY3" fmla="*/ 6857673 h 6857673"/>
              <a:gd name="connsiteX4" fmla="*/ 2086488 w 8109899"/>
              <a:gd name="connsiteY4" fmla="*/ 2579732 h 6857673"/>
              <a:gd name="connsiteX5" fmla="*/ 3652173 w 8109899"/>
              <a:gd name="connsiteY5" fmla="*/ 6934 h 6857673"/>
              <a:gd name="connsiteX0" fmla="*/ 3652173 w 8116384"/>
              <a:gd name="connsiteY0" fmla="*/ 6934 h 6878500"/>
              <a:gd name="connsiteX1" fmla="*/ 8102150 w 8116384"/>
              <a:gd name="connsiteY1" fmla="*/ 8710 h 6878500"/>
              <a:gd name="connsiteX2" fmla="*/ 8116384 w 8116384"/>
              <a:gd name="connsiteY2" fmla="*/ 6878500 h 6878500"/>
              <a:gd name="connsiteX3" fmla="*/ 76280 w 8116384"/>
              <a:gd name="connsiteY3" fmla="*/ 6857673 h 6878500"/>
              <a:gd name="connsiteX4" fmla="*/ 2086488 w 8116384"/>
              <a:gd name="connsiteY4" fmla="*/ 2579732 h 6878500"/>
              <a:gd name="connsiteX5" fmla="*/ 3652173 w 8116384"/>
              <a:gd name="connsiteY5" fmla="*/ 6934 h 6878500"/>
              <a:gd name="connsiteX0" fmla="*/ 4500050 w 8121197"/>
              <a:gd name="connsiteY0" fmla="*/ 8356 h 6873437"/>
              <a:gd name="connsiteX1" fmla="*/ 8106963 w 8121197"/>
              <a:gd name="connsiteY1" fmla="*/ 3647 h 6873437"/>
              <a:gd name="connsiteX2" fmla="*/ 8121197 w 8121197"/>
              <a:gd name="connsiteY2" fmla="*/ 6873437 h 6873437"/>
              <a:gd name="connsiteX3" fmla="*/ 81093 w 8121197"/>
              <a:gd name="connsiteY3" fmla="*/ 6852610 h 6873437"/>
              <a:gd name="connsiteX4" fmla="*/ 2091301 w 8121197"/>
              <a:gd name="connsiteY4" fmla="*/ 2574669 h 6873437"/>
              <a:gd name="connsiteX5" fmla="*/ 4500050 w 8121197"/>
              <a:gd name="connsiteY5" fmla="*/ 8356 h 6873437"/>
              <a:gd name="connsiteX0" fmla="*/ 4494764 w 8115911"/>
              <a:gd name="connsiteY0" fmla="*/ 122173 h 6987254"/>
              <a:gd name="connsiteX1" fmla="*/ 8101677 w 8115911"/>
              <a:gd name="connsiteY1" fmla="*/ 117464 h 6987254"/>
              <a:gd name="connsiteX2" fmla="*/ 8115911 w 8115911"/>
              <a:gd name="connsiteY2" fmla="*/ 6987254 h 6987254"/>
              <a:gd name="connsiteX3" fmla="*/ 75807 w 8115911"/>
              <a:gd name="connsiteY3" fmla="*/ 6966427 h 6987254"/>
              <a:gd name="connsiteX4" fmla="*/ 2235173 w 8115911"/>
              <a:gd name="connsiteY4" fmla="*/ 1767601 h 6987254"/>
              <a:gd name="connsiteX5" fmla="*/ 4494764 w 8115911"/>
              <a:gd name="connsiteY5" fmla="*/ 122173 h 6987254"/>
              <a:gd name="connsiteX0" fmla="*/ 4494970 w 8116117"/>
              <a:gd name="connsiteY0" fmla="*/ 122173 h 6987254"/>
              <a:gd name="connsiteX1" fmla="*/ 8101883 w 8116117"/>
              <a:gd name="connsiteY1" fmla="*/ 117464 h 6987254"/>
              <a:gd name="connsiteX2" fmla="*/ 8116117 w 8116117"/>
              <a:gd name="connsiteY2" fmla="*/ 6987254 h 6987254"/>
              <a:gd name="connsiteX3" fmla="*/ 76013 w 8116117"/>
              <a:gd name="connsiteY3" fmla="*/ 6966427 h 6987254"/>
              <a:gd name="connsiteX4" fmla="*/ 2235379 w 8116117"/>
              <a:gd name="connsiteY4" fmla="*/ 1767601 h 6987254"/>
              <a:gd name="connsiteX5" fmla="*/ 4494970 w 8116117"/>
              <a:gd name="connsiteY5" fmla="*/ 122173 h 6987254"/>
              <a:gd name="connsiteX0" fmla="*/ 4418957 w 8040104"/>
              <a:gd name="connsiteY0" fmla="*/ 122173 h 6987254"/>
              <a:gd name="connsiteX1" fmla="*/ 8025870 w 8040104"/>
              <a:gd name="connsiteY1" fmla="*/ 117464 h 6987254"/>
              <a:gd name="connsiteX2" fmla="*/ 8040104 w 8040104"/>
              <a:gd name="connsiteY2" fmla="*/ 6987254 h 6987254"/>
              <a:gd name="connsiteX3" fmla="*/ 0 w 8040104"/>
              <a:gd name="connsiteY3" fmla="*/ 6966427 h 6987254"/>
              <a:gd name="connsiteX4" fmla="*/ 2159366 w 8040104"/>
              <a:gd name="connsiteY4" fmla="*/ 1767601 h 6987254"/>
              <a:gd name="connsiteX5" fmla="*/ 4418957 w 8040104"/>
              <a:gd name="connsiteY5" fmla="*/ 122173 h 6987254"/>
              <a:gd name="connsiteX0" fmla="*/ 4418957 w 8040104"/>
              <a:gd name="connsiteY0" fmla="*/ 122173 h 6987254"/>
              <a:gd name="connsiteX1" fmla="*/ 8025870 w 8040104"/>
              <a:gd name="connsiteY1" fmla="*/ 117464 h 6987254"/>
              <a:gd name="connsiteX2" fmla="*/ 8040104 w 8040104"/>
              <a:gd name="connsiteY2" fmla="*/ 6987254 h 6987254"/>
              <a:gd name="connsiteX3" fmla="*/ 0 w 8040104"/>
              <a:gd name="connsiteY3" fmla="*/ 6966427 h 6987254"/>
              <a:gd name="connsiteX4" fmla="*/ 2159366 w 8040104"/>
              <a:gd name="connsiteY4" fmla="*/ 1767601 h 6987254"/>
              <a:gd name="connsiteX5" fmla="*/ 4418957 w 8040104"/>
              <a:gd name="connsiteY5" fmla="*/ 122173 h 6987254"/>
              <a:gd name="connsiteX0" fmla="*/ 4418957 w 8040104"/>
              <a:gd name="connsiteY0" fmla="*/ 116890 h 6981971"/>
              <a:gd name="connsiteX1" fmla="*/ 8025870 w 8040104"/>
              <a:gd name="connsiteY1" fmla="*/ 112181 h 6981971"/>
              <a:gd name="connsiteX2" fmla="*/ 8040104 w 8040104"/>
              <a:gd name="connsiteY2" fmla="*/ 6981971 h 6981971"/>
              <a:gd name="connsiteX3" fmla="*/ 0 w 8040104"/>
              <a:gd name="connsiteY3" fmla="*/ 6961144 h 6981971"/>
              <a:gd name="connsiteX4" fmla="*/ 2859757 w 8040104"/>
              <a:gd name="connsiteY4" fmla="*/ 1690982 h 6981971"/>
              <a:gd name="connsiteX5" fmla="*/ 4418957 w 8040104"/>
              <a:gd name="connsiteY5" fmla="*/ 116890 h 6981971"/>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41388 h 7006469"/>
              <a:gd name="connsiteX1" fmla="*/ 8025870 w 8040104"/>
              <a:gd name="connsiteY1" fmla="*/ 136679 h 7006469"/>
              <a:gd name="connsiteX2" fmla="*/ 8040104 w 8040104"/>
              <a:gd name="connsiteY2" fmla="*/ 7006469 h 7006469"/>
              <a:gd name="connsiteX3" fmla="*/ 0 w 8040104"/>
              <a:gd name="connsiteY3" fmla="*/ 6985642 h 7006469"/>
              <a:gd name="connsiteX4" fmla="*/ 2217731 w 8040104"/>
              <a:gd name="connsiteY4" fmla="*/ 2046220 h 7006469"/>
              <a:gd name="connsiteX5" fmla="*/ 4418957 w 8040104"/>
              <a:gd name="connsiteY5" fmla="*/ 141388 h 7006469"/>
              <a:gd name="connsiteX0" fmla="*/ 4418957 w 8040104"/>
              <a:gd name="connsiteY0" fmla="*/ 4709 h 6869790"/>
              <a:gd name="connsiteX1" fmla="*/ 8025870 w 8040104"/>
              <a:gd name="connsiteY1" fmla="*/ 0 h 6869790"/>
              <a:gd name="connsiteX2" fmla="*/ 8040104 w 8040104"/>
              <a:gd name="connsiteY2" fmla="*/ 6869790 h 6869790"/>
              <a:gd name="connsiteX3" fmla="*/ 0 w 8040104"/>
              <a:gd name="connsiteY3" fmla="*/ 6848963 h 6869790"/>
              <a:gd name="connsiteX4" fmla="*/ 2217731 w 8040104"/>
              <a:gd name="connsiteY4" fmla="*/ 1909541 h 6869790"/>
              <a:gd name="connsiteX5" fmla="*/ 4418957 w 8040104"/>
              <a:gd name="connsiteY5" fmla="*/ 4709 h 6869790"/>
              <a:gd name="connsiteX0" fmla="*/ 4470838 w 8040104"/>
              <a:gd name="connsiteY0" fmla="*/ 0 h 6988298"/>
              <a:gd name="connsiteX1" fmla="*/ 8025870 w 8040104"/>
              <a:gd name="connsiteY1" fmla="*/ 118508 h 6988298"/>
              <a:gd name="connsiteX2" fmla="*/ 8040104 w 8040104"/>
              <a:gd name="connsiteY2" fmla="*/ 6988298 h 6988298"/>
              <a:gd name="connsiteX3" fmla="*/ 0 w 8040104"/>
              <a:gd name="connsiteY3" fmla="*/ 6967471 h 6988298"/>
              <a:gd name="connsiteX4" fmla="*/ 2217731 w 8040104"/>
              <a:gd name="connsiteY4" fmla="*/ 2028049 h 6988298"/>
              <a:gd name="connsiteX5" fmla="*/ 4470838 w 8040104"/>
              <a:gd name="connsiteY5" fmla="*/ 0 h 6988298"/>
              <a:gd name="connsiteX0" fmla="*/ 4470838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217731 w 8040104"/>
              <a:gd name="connsiteY4" fmla="*/ 1930772 h 6891021"/>
              <a:gd name="connsiteX5" fmla="*/ 4470838 w 8040104"/>
              <a:gd name="connsiteY5" fmla="*/ 0 h 689102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470838 w 8040104"/>
              <a:gd name="connsiteY5" fmla="*/ 0 h 6891021"/>
              <a:gd name="connsiteX0" fmla="*/ 467836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678361 w 8040104"/>
              <a:gd name="connsiteY5" fmla="*/ 0 h 6891021"/>
              <a:gd name="connsiteX0" fmla="*/ 4412472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412472 w 8040104"/>
              <a:gd name="connsiteY5" fmla="*/ 0 h 6891021"/>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399501 w 8040104"/>
              <a:gd name="connsiteY5" fmla="*/ 0 h 6891021"/>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399501 w 8040104"/>
              <a:gd name="connsiteY5" fmla="*/ 0 h 6891021"/>
              <a:gd name="connsiteX0" fmla="*/ 4399501 w 8040104"/>
              <a:gd name="connsiteY0" fmla="*/ 160672 h 7051693"/>
              <a:gd name="connsiteX1" fmla="*/ 8025870 w 8040104"/>
              <a:gd name="connsiteY1" fmla="*/ 181903 h 7051693"/>
              <a:gd name="connsiteX2" fmla="*/ 8040104 w 8040104"/>
              <a:gd name="connsiteY2" fmla="*/ 7051693 h 7051693"/>
              <a:gd name="connsiteX3" fmla="*/ 0 w 8040104"/>
              <a:gd name="connsiteY3" fmla="*/ 7030866 h 7051693"/>
              <a:gd name="connsiteX4" fmla="*/ 2464165 w 8040104"/>
              <a:gd name="connsiteY4" fmla="*/ 2402730 h 7051693"/>
              <a:gd name="connsiteX5" fmla="*/ 4399501 w 8040104"/>
              <a:gd name="connsiteY5" fmla="*/ 160672 h 7051693"/>
              <a:gd name="connsiteX0" fmla="*/ 4399501 w 8040104"/>
              <a:gd name="connsiteY0" fmla="*/ 120352 h 7011373"/>
              <a:gd name="connsiteX1" fmla="*/ 8025870 w 8040104"/>
              <a:gd name="connsiteY1" fmla="*/ 141583 h 7011373"/>
              <a:gd name="connsiteX2" fmla="*/ 8040104 w 8040104"/>
              <a:gd name="connsiteY2" fmla="*/ 7011373 h 7011373"/>
              <a:gd name="connsiteX3" fmla="*/ 0 w 8040104"/>
              <a:gd name="connsiteY3" fmla="*/ 6990546 h 7011373"/>
              <a:gd name="connsiteX4" fmla="*/ 2172335 w 8040104"/>
              <a:gd name="connsiteY4" fmla="*/ 1817661 h 7011373"/>
              <a:gd name="connsiteX5" fmla="*/ 4399501 w 8040104"/>
              <a:gd name="connsiteY5" fmla="*/ 120352 h 7011373"/>
              <a:gd name="connsiteX0" fmla="*/ 4399501 w 8040104"/>
              <a:gd name="connsiteY0" fmla="*/ 120352 h 7011373"/>
              <a:gd name="connsiteX1" fmla="*/ 8025870 w 8040104"/>
              <a:gd name="connsiteY1" fmla="*/ 141583 h 7011373"/>
              <a:gd name="connsiteX2" fmla="*/ 8040104 w 8040104"/>
              <a:gd name="connsiteY2" fmla="*/ 7011373 h 7011373"/>
              <a:gd name="connsiteX3" fmla="*/ 0 w 8040104"/>
              <a:gd name="connsiteY3" fmla="*/ 6990546 h 7011373"/>
              <a:gd name="connsiteX4" fmla="*/ 2172335 w 8040104"/>
              <a:gd name="connsiteY4" fmla="*/ 1817661 h 7011373"/>
              <a:gd name="connsiteX5" fmla="*/ 4399501 w 8040104"/>
              <a:gd name="connsiteY5" fmla="*/ 120352 h 7011373"/>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72335 w 8040104"/>
              <a:gd name="connsiteY4" fmla="*/ 1697309 h 6891021"/>
              <a:gd name="connsiteX5" fmla="*/ 4399501 w 8040104"/>
              <a:gd name="connsiteY5" fmla="*/ 0 h 6891021"/>
              <a:gd name="connsiteX0" fmla="*/ 4632965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72335 w 8040104"/>
              <a:gd name="connsiteY4" fmla="*/ 1697309 h 6891021"/>
              <a:gd name="connsiteX5" fmla="*/ 4632965 w 8040104"/>
              <a:gd name="connsiteY5" fmla="*/ 0 h 6891021"/>
              <a:gd name="connsiteX0" fmla="*/ 4509748 w 8040104"/>
              <a:gd name="connsiteY0" fmla="*/ 0 h 6878051"/>
              <a:gd name="connsiteX1" fmla="*/ 8025870 w 8040104"/>
              <a:gd name="connsiteY1" fmla="*/ 8261 h 6878051"/>
              <a:gd name="connsiteX2" fmla="*/ 8040104 w 8040104"/>
              <a:gd name="connsiteY2" fmla="*/ 6878051 h 6878051"/>
              <a:gd name="connsiteX3" fmla="*/ 0 w 8040104"/>
              <a:gd name="connsiteY3" fmla="*/ 6857224 h 6878051"/>
              <a:gd name="connsiteX4" fmla="*/ 2172335 w 8040104"/>
              <a:gd name="connsiteY4" fmla="*/ 1684339 h 6878051"/>
              <a:gd name="connsiteX5" fmla="*/ 4509748 w 8040104"/>
              <a:gd name="connsiteY5" fmla="*/ 0 h 6878051"/>
              <a:gd name="connsiteX0" fmla="*/ 4393016 w 8040104"/>
              <a:gd name="connsiteY0" fmla="*/ 0 h 6878051"/>
              <a:gd name="connsiteX1" fmla="*/ 8025870 w 8040104"/>
              <a:gd name="connsiteY1" fmla="*/ 8261 h 6878051"/>
              <a:gd name="connsiteX2" fmla="*/ 8040104 w 8040104"/>
              <a:gd name="connsiteY2" fmla="*/ 6878051 h 6878051"/>
              <a:gd name="connsiteX3" fmla="*/ 0 w 8040104"/>
              <a:gd name="connsiteY3" fmla="*/ 6857224 h 6878051"/>
              <a:gd name="connsiteX4" fmla="*/ 2172335 w 8040104"/>
              <a:gd name="connsiteY4" fmla="*/ 1684339 h 6878051"/>
              <a:gd name="connsiteX5" fmla="*/ 4393016 w 8040104"/>
              <a:gd name="connsiteY5" fmla="*/ 0 h 6878051"/>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132952 h 7004518"/>
              <a:gd name="connsiteX1" fmla="*/ 8025870 w 8040104"/>
              <a:gd name="connsiteY1" fmla="*/ 134728 h 7004518"/>
              <a:gd name="connsiteX2" fmla="*/ 8040104 w 8040104"/>
              <a:gd name="connsiteY2" fmla="*/ 7004518 h 7004518"/>
              <a:gd name="connsiteX3" fmla="*/ 0 w 8040104"/>
              <a:gd name="connsiteY3" fmla="*/ 6983691 h 7004518"/>
              <a:gd name="connsiteX4" fmla="*/ 2126939 w 8040104"/>
              <a:gd name="connsiteY4" fmla="*/ 1934023 h 7004518"/>
              <a:gd name="connsiteX5" fmla="*/ 4380045 w 8040104"/>
              <a:gd name="connsiteY5" fmla="*/ 132952 h 7004518"/>
              <a:gd name="connsiteX0" fmla="*/ 4380045 w 8040104"/>
              <a:gd name="connsiteY0" fmla="*/ 126709 h 6998275"/>
              <a:gd name="connsiteX1" fmla="*/ 8025870 w 8040104"/>
              <a:gd name="connsiteY1" fmla="*/ 128485 h 6998275"/>
              <a:gd name="connsiteX2" fmla="*/ 8040104 w 8040104"/>
              <a:gd name="connsiteY2" fmla="*/ 6998275 h 6998275"/>
              <a:gd name="connsiteX3" fmla="*/ 0 w 8040104"/>
              <a:gd name="connsiteY3" fmla="*/ 6977448 h 6998275"/>
              <a:gd name="connsiteX4" fmla="*/ 2146395 w 8040104"/>
              <a:gd name="connsiteY4" fmla="*/ 1843473 h 6998275"/>
              <a:gd name="connsiteX5" fmla="*/ 4380045 w 8040104"/>
              <a:gd name="connsiteY5" fmla="*/ 126709 h 6998275"/>
              <a:gd name="connsiteX0" fmla="*/ 4380045 w 8040104"/>
              <a:gd name="connsiteY0" fmla="*/ 123346 h 6994912"/>
              <a:gd name="connsiteX1" fmla="*/ 8025870 w 8040104"/>
              <a:gd name="connsiteY1" fmla="*/ 125122 h 6994912"/>
              <a:gd name="connsiteX2" fmla="*/ 8040104 w 8040104"/>
              <a:gd name="connsiteY2" fmla="*/ 6994912 h 6994912"/>
              <a:gd name="connsiteX3" fmla="*/ 0 w 8040104"/>
              <a:gd name="connsiteY3" fmla="*/ 6974085 h 6994912"/>
              <a:gd name="connsiteX4" fmla="*/ 2159365 w 8040104"/>
              <a:gd name="connsiteY4" fmla="*/ 1794714 h 6994912"/>
              <a:gd name="connsiteX5" fmla="*/ 4380045 w 8040104"/>
              <a:gd name="connsiteY5" fmla="*/ 123346 h 6994912"/>
              <a:gd name="connsiteX0" fmla="*/ 4380045 w 8040104"/>
              <a:gd name="connsiteY0" fmla="*/ 202 h 6871768"/>
              <a:gd name="connsiteX1" fmla="*/ 8025870 w 8040104"/>
              <a:gd name="connsiteY1" fmla="*/ 1978 h 6871768"/>
              <a:gd name="connsiteX2" fmla="*/ 8040104 w 8040104"/>
              <a:gd name="connsiteY2" fmla="*/ 6871768 h 6871768"/>
              <a:gd name="connsiteX3" fmla="*/ 0 w 8040104"/>
              <a:gd name="connsiteY3" fmla="*/ 6850941 h 6871768"/>
              <a:gd name="connsiteX4" fmla="*/ 2159365 w 8040104"/>
              <a:gd name="connsiteY4" fmla="*/ 1671570 h 6871768"/>
              <a:gd name="connsiteX5" fmla="*/ 4380045 w 8040104"/>
              <a:gd name="connsiteY5" fmla="*/ 202 h 687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0104" h="6871768">
                <a:moveTo>
                  <a:pt x="4380045" y="202"/>
                </a:moveTo>
                <a:cubicBezTo>
                  <a:pt x="5377251" y="13767"/>
                  <a:pt x="6810595" y="1386"/>
                  <a:pt x="8025870" y="1978"/>
                </a:cubicBezTo>
                <a:cubicBezTo>
                  <a:pt x="8030615" y="2291908"/>
                  <a:pt x="8035359" y="4581838"/>
                  <a:pt x="8040104" y="6871768"/>
                </a:cubicBezTo>
                <a:lnTo>
                  <a:pt x="0" y="6850941"/>
                </a:lnTo>
                <a:cubicBezTo>
                  <a:pt x="846109" y="4823847"/>
                  <a:pt x="1669307" y="2683658"/>
                  <a:pt x="2159365" y="1671570"/>
                </a:cubicBezTo>
                <a:cubicBezTo>
                  <a:pt x="2649423" y="659482"/>
                  <a:pt x="3382839" y="-13363"/>
                  <a:pt x="4380045" y="202"/>
                </a:cubicBezTo>
                <a:close/>
              </a:path>
            </a:pathLst>
          </a:custGeom>
          <a:solidFill>
            <a:schemeClr val="accent6"/>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3" name="Picture Placeholder 4">
            <a:extLst>
              <a:ext uri="{FF2B5EF4-FFF2-40B4-BE49-F238E27FC236}">
                <a16:creationId xmlns:a16="http://schemas.microsoft.com/office/drawing/2014/main" id="{40A75132-6903-E3A7-D56B-D26EB50841A3}"/>
              </a:ext>
            </a:extLst>
          </p:cNvPr>
          <p:cNvSpPr>
            <a:spLocks noGrp="1"/>
          </p:cNvSpPr>
          <p:nvPr>
            <p:ph type="pic" sz="quarter" idx="12"/>
          </p:nvPr>
        </p:nvSpPr>
        <p:spPr>
          <a:xfrm>
            <a:off x="6050977" y="683614"/>
            <a:ext cx="6140288" cy="6187086"/>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tx1"/>
            </a:fgClr>
            <a:bgClr>
              <a:schemeClr val="tx1">
                <a:lumMod val="65000"/>
              </a:schemeClr>
            </a:bgClr>
          </a:pattFill>
        </p:spPr>
        <p:txBody>
          <a:bodyPr lIns="720000" tIns="1332000" rIns="720000" rtlCol="0">
            <a:normAutofit/>
          </a:bodyPr>
          <a:lstStyle>
            <a:lvl1pPr marL="0" indent="0" algn="ctr">
              <a:buFontTx/>
              <a:buNone/>
              <a:defRPr sz="1200" b="0" i="0">
                <a:solidFill>
                  <a:schemeClr val="bg2"/>
                </a:solidFill>
                <a:latin typeface="Schibsted Grotesk Bold" pitchFamily="2" charset="77"/>
                <a:cs typeface="Schibsted Grotesk Bold" pitchFamily="2" charset="77"/>
              </a:defRPr>
            </a:lvl1pPr>
          </a:lstStyle>
          <a:p>
            <a:pPr lvl="0"/>
            <a:r>
              <a:rPr lang="en-GB" noProof="0"/>
              <a:t>Click icon to add picture</a:t>
            </a:r>
            <a:endParaRPr lang="en-US" noProof="0"/>
          </a:p>
        </p:txBody>
      </p:sp>
      <p:sp>
        <p:nvSpPr>
          <p:cNvPr id="9" name="Title 1">
            <a:extLst>
              <a:ext uri="{FF2B5EF4-FFF2-40B4-BE49-F238E27FC236}">
                <a16:creationId xmlns:a16="http://schemas.microsoft.com/office/drawing/2014/main" id="{758B154F-DF30-E205-9A36-8F8AA51BCE6F}"/>
              </a:ext>
            </a:extLst>
          </p:cNvPr>
          <p:cNvSpPr>
            <a:spLocks noGrp="1"/>
          </p:cNvSpPr>
          <p:nvPr>
            <p:ph type="ctrTitle"/>
          </p:nvPr>
        </p:nvSpPr>
        <p:spPr>
          <a:xfrm>
            <a:off x="426379" y="1916920"/>
            <a:ext cx="5349765" cy="1603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lang="en-US" b="0" i="0" dirty="0">
                <a:solidFill>
                  <a:schemeClr val="tx2"/>
                </a:solidFill>
              </a:defRPr>
            </a:lvl1pPr>
          </a:lstStyle>
          <a:p>
            <a:pPr lvl="0"/>
            <a:r>
              <a:rPr lang="en-GB"/>
              <a:t>Click to edit Master title style</a:t>
            </a:r>
            <a:endParaRPr lang="en-US"/>
          </a:p>
        </p:txBody>
      </p:sp>
      <p:sp>
        <p:nvSpPr>
          <p:cNvPr id="10" name="Subtitle 2">
            <a:extLst>
              <a:ext uri="{FF2B5EF4-FFF2-40B4-BE49-F238E27FC236}">
                <a16:creationId xmlns:a16="http://schemas.microsoft.com/office/drawing/2014/main" id="{CC8BF864-B4A5-BF3B-17E8-4BB5B1B1B9CC}"/>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4" name="Picture 3" descr="Yellow letters on a black background&#10;&#10;Description automatically generated">
            <a:extLst>
              <a:ext uri="{FF2B5EF4-FFF2-40B4-BE49-F238E27FC236}">
                <a16:creationId xmlns:a16="http://schemas.microsoft.com/office/drawing/2014/main" id="{B78AE1C9-59FB-4070-AB3E-A12D38D435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248051050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8">
    <p:bg>
      <p:bgPr>
        <a:solidFill>
          <a:schemeClr val="accent6"/>
        </a:solidFill>
        <a:effectLst/>
      </p:bgPr>
    </p:bg>
    <p:spTree>
      <p:nvGrpSpPr>
        <p:cNvPr id="1" name=""/>
        <p:cNvGrpSpPr/>
        <p:nvPr/>
      </p:nvGrpSpPr>
      <p:grpSpPr>
        <a:xfrm>
          <a:off x="0" y="0"/>
          <a:ext cx="0" cy="0"/>
          <a:chOff x="0" y="0"/>
          <a:chExt cx="0" cy="0"/>
        </a:xfrm>
      </p:grpSpPr>
      <p:sp>
        <p:nvSpPr>
          <p:cNvPr id="8" name="Title 1"/>
          <p:cNvSpPr>
            <a:spLocks noGrp="1"/>
          </p:cNvSpPr>
          <p:nvPr>
            <p:ph type="ctrTitle"/>
          </p:nvPr>
        </p:nvSpPr>
        <p:spPr>
          <a:xfrm>
            <a:off x="426379" y="1916920"/>
            <a:ext cx="5349765" cy="1603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lang="en-US" b="0" i="0" dirty="0">
                <a:solidFill>
                  <a:schemeClr val="bg2"/>
                </a:solidFill>
              </a:defRPr>
            </a:lvl1pPr>
          </a:lstStyle>
          <a:p>
            <a:pPr lvl="0"/>
            <a:r>
              <a:rPr lang="en-GB"/>
              <a:t>Click to edit Master title style</a:t>
            </a:r>
            <a:endParaRPr lang="en-US"/>
          </a:p>
        </p:txBody>
      </p:sp>
      <p:sp>
        <p:nvSpPr>
          <p:cNvPr id="9" name="Subtitle 2"/>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4"/>
          <p:cNvSpPr>
            <a:spLocks noGrp="1"/>
          </p:cNvSpPr>
          <p:nvPr>
            <p:ph type="pic" sz="quarter" idx="10"/>
          </p:nvPr>
        </p:nvSpPr>
        <p:spPr>
          <a:xfrm>
            <a:off x="5154757" y="0"/>
            <a:ext cx="7062643" cy="6858000"/>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5779" h="6886269">
                <a:moveTo>
                  <a:pt x="1359187" y="0"/>
                </a:moveTo>
                <a:lnTo>
                  <a:pt x="7055504" y="8040"/>
                </a:lnTo>
                <a:cubicBezTo>
                  <a:pt x="7062262" y="2300783"/>
                  <a:pt x="7069021" y="4593526"/>
                  <a:pt x="7075779" y="6886269"/>
                </a:cubicBezTo>
                <a:lnTo>
                  <a:pt x="0" y="6884231"/>
                </a:lnTo>
                <a:cubicBezTo>
                  <a:pt x="800803" y="4835017"/>
                  <a:pt x="1012724" y="4088015"/>
                  <a:pt x="1378044" y="3086366"/>
                </a:cubicBezTo>
                <a:cubicBezTo>
                  <a:pt x="1743364" y="2084717"/>
                  <a:pt x="1964635" y="1220855"/>
                  <a:pt x="1359187" y="0"/>
                </a:cubicBezTo>
                <a:close/>
              </a:path>
            </a:pathLst>
          </a:custGeom>
          <a:pattFill prst="pct5">
            <a:fgClr>
              <a:schemeClr val="bg1"/>
            </a:fgClr>
            <a:bgClr>
              <a:schemeClr val="bg1">
                <a:lumMod val="65000"/>
              </a:schemeClr>
            </a:bgClr>
          </a:pattFill>
        </p:spPr>
        <p:txBody>
          <a:bodyPr lIns="72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GB" noProof="0"/>
              <a:t>Click icon to add picture</a:t>
            </a:r>
            <a:endParaRPr lang="en-US" noProof="0"/>
          </a:p>
        </p:txBody>
      </p:sp>
      <p:pic>
        <p:nvPicPr>
          <p:cNvPr id="3" name="Picture 2" descr="Yellow letters on a black background&#10;&#10;Description automatically generated">
            <a:extLst>
              <a:ext uri="{FF2B5EF4-FFF2-40B4-BE49-F238E27FC236}">
                <a16:creationId xmlns:a16="http://schemas.microsoft.com/office/drawing/2014/main" id="{CB534262-B65E-8237-B007-625B2D43CD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297093446"/>
      </p:ext>
    </p:extLst>
  </p:cSld>
  <p:clrMapOvr>
    <a:overrideClrMapping bg1="lt1" tx1="dk1" bg2="lt2" tx2="dk2" accent1="accent1" accent2="accent2" accent3="accent3" accent4="accent4" accent5="accent5" accent6="accent6" hlink="hlink" folHlink="folHlink"/>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9">
    <p:bg>
      <p:bgPr>
        <a:solidFill>
          <a:schemeClr val="bg2"/>
        </a:solidFill>
        <a:effectLst/>
      </p:bgPr>
    </p:bg>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F9A97BBF-9399-153F-484A-01203F6DAD42}"/>
              </a:ext>
            </a:extLst>
          </p:cNvPr>
          <p:cNvSpPr/>
          <p:nvPr userDrawn="1"/>
        </p:nvSpPr>
        <p:spPr>
          <a:xfrm>
            <a:off x="-7938"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10" name="Picture Placeholder 4"/>
          <p:cNvSpPr>
            <a:spLocks noGrp="1"/>
          </p:cNvSpPr>
          <p:nvPr>
            <p:ph type="pic" sz="quarter" idx="10"/>
          </p:nvPr>
        </p:nvSpPr>
        <p:spPr>
          <a:xfrm>
            <a:off x="3954275" y="478641"/>
            <a:ext cx="8262794" cy="637935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62794" h="6385512">
                <a:moveTo>
                  <a:pt x="3694213" y="10779"/>
                </a:moveTo>
                <a:cubicBezTo>
                  <a:pt x="4454678" y="-625"/>
                  <a:pt x="4955852" y="-2302"/>
                  <a:pt x="5531504" y="2583"/>
                </a:cubicBezTo>
                <a:cubicBezTo>
                  <a:pt x="6084147" y="29223"/>
                  <a:pt x="6757712" y="-16965"/>
                  <a:pt x="7183294" y="954486"/>
                </a:cubicBezTo>
                <a:cubicBezTo>
                  <a:pt x="7583476" y="1932287"/>
                  <a:pt x="7878547" y="2625298"/>
                  <a:pt x="8262794" y="3532586"/>
                </a:cubicBezTo>
                <a:cubicBezTo>
                  <a:pt x="8253341" y="4497024"/>
                  <a:pt x="8252886" y="5683881"/>
                  <a:pt x="8244179" y="6385512"/>
                </a:cubicBezTo>
                <a:lnTo>
                  <a:pt x="0" y="6377124"/>
                </a:lnTo>
                <a:cubicBezTo>
                  <a:pt x="184403" y="5889100"/>
                  <a:pt x="260068" y="5746144"/>
                  <a:pt x="558290" y="4969641"/>
                </a:cubicBezTo>
                <a:cubicBezTo>
                  <a:pt x="1167174" y="4990306"/>
                  <a:pt x="1929029" y="4560948"/>
                  <a:pt x="2352037" y="3529317"/>
                </a:cubicBezTo>
                <a:cubicBezTo>
                  <a:pt x="2775045" y="2497686"/>
                  <a:pt x="3491225" y="566611"/>
                  <a:pt x="3694213" y="10779"/>
                </a:cubicBezTo>
                <a:close/>
              </a:path>
            </a:pathLst>
          </a:custGeom>
          <a:pattFill prst="pct5">
            <a:fgClr>
              <a:schemeClr val="bg1"/>
            </a:fgClr>
            <a:bgClr>
              <a:schemeClr val="bg1">
                <a:lumMod val="65000"/>
              </a:schemeClr>
            </a:bgClr>
          </a:pattFill>
        </p:spPr>
        <p:txBody>
          <a:bodyPr lIns="234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GB" noProof="0"/>
              <a:t>Click icon to add picture</a:t>
            </a:r>
            <a:endParaRPr lang="en-US" noProof="0"/>
          </a:p>
        </p:txBody>
      </p:sp>
      <p:sp>
        <p:nvSpPr>
          <p:cNvPr id="6" name="Title 1">
            <a:extLst>
              <a:ext uri="{FF2B5EF4-FFF2-40B4-BE49-F238E27FC236}">
                <a16:creationId xmlns:a16="http://schemas.microsoft.com/office/drawing/2014/main" id="{BA7DFF01-12F2-FCD5-AE18-6450A1F70231}"/>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5BE17CB9-DBB8-782B-FF7B-7A7F167A2429}"/>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2" name="Picture 1" descr="Yellow letters on a black background&#10;&#10;Description automatically generated">
            <a:extLst>
              <a:ext uri="{FF2B5EF4-FFF2-40B4-BE49-F238E27FC236}">
                <a16:creationId xmlns:a16="http://schemas.microsoft.com/office/drawing/2014/main" id="{2BE40B8F-C8AF-2694-F50B-0C861D3D0A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54155927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10">
    <p:bg>
      <p:bgPr>
        <a:solidFill>
          <a:schemeClr val="bg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F19DDE3-818E-8644-9E61-B35BED1F2F4F}"/>
              </a:ext>
            </a:extLst>
          </p:cNvPr>
          <p:cNvSpPr txBox="1">
            <a:spLocks/>
          </p:cNvSpPr>
          <p:nvPr userDrawn="1"/>
        </p:nvSpPr>
        <p:spPr>
          <a:xfrm flipH="1">
            <a:off x="-9525" y="-28575"/>
            <a:ext cx="6972300" cy="689133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38683 w 6096409"/>
              <a:gd name="connsiteY0" fmla="*/ 72693 h 6276293"/>
              <a:gd name="connsiteX1" fmla="*/ 5287527 w 6096409"/>
              <a:gd name="connsiteY1" fmla="*/ 650626 h 6276293"/>
              <a:gd name="connsiteX2" fmla="*/ 6096409 w 6096409"/>
              <a:gd name="connsiteY2" fmla="*/ 6276293 h 6276293"/>
              <a:gd name="connsiteX3" fmla="*/ 1525836 w 6096409"/>
              <a:gd name="connsiteY3" fmla="*/ 6255466 h 6276293"/>
              <a:gd name="connsiteX4" fmla="*/ 72998 w 6096409"/>
              <a:gd name="connsiteY4" fmla="*/ 2645491 h 6276293"/>
              <a:gd name="connsiteX5" fmla="*/ 1638683 w 6096409"/>
              <a:gd name="connsiteY5" fmla="*/ 72693 h 6276293"/>
              <a:gd name="connsiteX0" fmla="*/ 1641246 w 6098972"/>
              <a:gd name="connsiteY0" fmla="*/ 176561 h 6380161"/>
              <a:gd name="connsiteX1" fmla="*/ 5591887 w 6098972"/>
              <a:gd name="connsiteY1" fmla="*/ 216748 h 6380161"/>
              <a:gd name="connsiteX2" fmla="*/ 6098972 w 6098972"/>
              <a:gd name="connsiteY2" fmla="*/ 6380161 h 6380161"/>
              <a:gd name="connsiteX3" fmla="*/ 1528399 w 6098972"/>
              <a:gd name="connsiteY3" fmla="*/ 6359334 h 6380161"/>
              <a:gd name="connsiteX4" fmla="*/ 75561 w 6098972"/>
              <a:gd name="connsiteY4" fmla="*/ 2749359 h 6380161"/>
              <a:gd name="connsiteX5" fmla="*/ 1641246 w 6098972"/>
              <a:gd name="connsiteY5" fmla="*/ 176561 h 6380161"/>
              <a:gd name="connsiteX0" fmla="*/ 785215 w 6098947"/>
              <a:gd name="connsiteY0" fmla="*/ 193139 h 6330893"/>
              <a:gd name="connsiteX1" fmla="*/ 5591862 w 6098947"/>
              <a:gd name="connsiteY1" fmla="*/ 167480 h 6330893"/>
              <a:gd name="connsiteX2" fmla="*/ 6098947 w 6098947"/>
              <a:gd name="connsiteY2" fmla="*/ 6330893 h 6330893"/>
              <a:gd name="connsiteX3" fmla="*/ 1528374 w 6098947"/>
              <a:gd name="connsiteY3" fmla="*/ 6310066 h 6330893"/>
              <a:gd name="connsiteX4" fmla="*/ 75536 w 6098947"/>
              <a:gd name="connsiteY4" fmla="*/ 2700091 h 6330893"/>
              <a:gd name="connsiteX5" fmla="*/ 785215 w 6098947"/>
              <a:gd name="connsiteY5" fmla="*/ 193139 h 6330893"/>
              <a:gd name="connsiteX0" fmla="*/ 1077816 w 6391548"/>
              <a:gd name="connsiteY0" fmla="*/ 167153 h 6304907"/>
              <a:gd name="connsiteX1" fmla="*/ 5884463 w 6391548"/>
              <a:gd name="connsiteY1" fmla="*/ 141494 h 6304907"/>
              <a:gd name="connsiteX2" fmla="*/ 6391548 w 6391548"/>
              <a:gd name="connsiteY2" fmla="*/ 6304907 h 6304907"/>
              <a:gd name="connsiteX3" fmla="*/ 1820975 w 6391548"/>
              <a:gd name="connsiteY3" fmla="*/ 6284080 h 6304907"/>
              <a:gd name="connsiteX4" fmla="*/ 33417 w 6391548"/>
              <a:gd name="connsiteY4" fmla="*/ 2322923 h 6304907"/>
              <a:gd name="connsiteX5" fmla="*/ 1077816 w 6391548"/>
              <a:gd name="connsiteY5" fmla="*/ 167153 h 6304907"/>
              <a:gd name="connsiteX0" fmla="*/ 1052844 w 6366576"/>
              <a:gd name="connsiteY0" fmla="*/ 167153 h 6304907"/>
              <a:gd name="connsiteX1" fmla="*/ 5859491 w 6366576"/>
              <a:gd name="connsiteY1" fmla="*/ 141494 h 6304907"/>
              <a:gd name="connsiteX2" fmla="*/ 6366576 w 6366576"/>
              <a:gd name="connsiteY2" fmla="*/ 6304907 h 6304907"/>
              <a:gd name="connsiteX3" fmla="*/ 1329591 w 6366576"/>
              <a:gd name="connsiteY3" fmla="*/ 5965822 h 6304907"/>
              <a:gd name="connsiteX4" fmla="*/ 8445 w 6366576"/>
              <a:gd name="connsiteY4" fmla="*/ 2322923 h 6304907"/>
              <a:gd name="connsiteX5" fmla="*/ 1052844 w 6366576"/>
              <a:gd name="connsiteY5" fmla="*/ 167153 h 6304907"/>
              <a:gd name="connsiteX0" fmla="*/ 1052844 w 5859491"/>
              <a:gd name="connsiteY0" fmla="*/ 167153 h 5965822"/>
              <a:gd name="connsiteX1" fmla="*/ 5859491 w 5859491"/>
              <a:gd name="connsiteY1" fmla="*/ 141494 h 5965822"/>
              <a:gd name="connsiteX2" fmla="*/ 5027697 w 5859491"/>
              <a:gd name="connsiteY2" fmla="*/ 4993464 h 5965822"/>
              <a:gd name="connsiteX3" fmla="*/ 1329591 w 5859491"/>
              <a:gd name="connsiteY3" fmla="*/ 5965822 h 5965822"/>
              <a:gd name="connsiteX4" fmla="*/ 8445 w 5859491"/>
              <a:gd name="connsiteY4" fmla="*/ 2322923 h 5965822"/>
              <a:gd name="connsiteX5" fmla="*/ 1052844 w 5859491"/>
              <a:gd name="connsiteY5" fmla="*/ 167153 h 5965822"/>
              <a:gd name="connsiteX0" fmla="*/ 1052844 w 5867242"/>
              <a:gd name="connsiteY0" fmla="*/ 167153 h 5970188"/>
              <a:gd name="connsiteX1" fmla="*/ 5859491 w 5867242"/>
              <a:gd name="connsiteY1" fmla="*/ 141494 h 5970188"/>
              <a:gd name="connsiteX2" fmla="*/ 5867242 w 5867242"/>
              <a:gd name="connsiteY2" fmla="*/ 5970188 h 5970188"/>
              <a:gd name="connsiteX3" fmla="*/ 1329591 w 5867242"/>
              <a:gd name="connsiteY3" fmla="*/ 5965822 h 5970188"/>
              <a:gd name="connsiteX4" fmla="*/ 8445 w 5867242"/>
              <a:gd name="connsiteY4" fmla="*/ 2322923 h 5970188"/>
              <a:gd name="connsiteX5" fmla="*/ 1052844 w 5867242"/>
              <a:gd name="connsiteY5" fmla="*/ 167153 h 5970188"/>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110378 w 5924776"/>
              <a:gd name="connsiteY0" fmla="*/ 25659 h 5828694"/>
              <a:gd name="connsiteX1" fmla="*/ 5917025 w 5924776"/>
              <a:gd name="connsiteY1" fmla="*/ 0 h 5828694"/>
              <a:gd name="connsiteX2" fmla="*/ 5924776 w 5924776"/>
              <a:gd name="connsiteY2" fmla="*/ 5828694 h 5828694"/>
              <a:gd name="connsiteX3" fmla="*/ 1387125 w 5924776"/>
              <a:gd name="connsiteY3" fmla="*/ 5824328 h 5828694"/>
              <a:gd name="connsiteX4" fmla="*/ 65979 w 5924776"/>
              <a:gd name="connsiteY4" fmla="*/ 2181429 h 5828694"/>
              <a:gd name="connsiteX5" fmla="*/ 1110378 w 5924776"/>
              <a:gd name="connsiteY5" fmla="*/ 25659 h 5828694"/>
              <a:gd name="connsiteX0" fmla="*/ 1086070 w 5900468"/>
              <a:gd name="connsiteY0" fmla="*/ 25659 h 5828694"/>
              <a:gd name="connsiteX1" fmla="*/ 5892717 w 5900468"/>
              <a:gd name="connsiteY1" fmla="*/ 0 h 5828694"/>
              <a:gd name="connsiteX2" fmla="*/ 5900468 w 5900468"/>
              <a:gd name="connsiteY2" fmla="*/ 5828694 h 5828694"/>
              <a:gd name="connsiteX3" fmla="*/ 1362817 w 5900468"/>
              <a:gd name="connsiteY3" fmla="*/ 5824328 h 5828694"/>
              <a:gd name="connsiteX4" fmla="*/ 69107 w 5900468"/>
              <a:gd name="connsiteY4" fmla="*/ 2351532 h 5828694"/>
              <a:gd name="connsiteX5" fmla="*/ 1086070 w 5900468"/>
              <a:gd name="connsiteY5" fmla="*/ 25659 h 5828694"/>
              <a:gd name="connsiteX0" fmla="*/ 1094837 w 5909235"/>
              <a:gd name="connsiteY0" fmla="*/ 25659 h 5828694"/>
              <a:gd name="connsiteX1" fmla="*/ 5901484 w 5909235"/>
              <a:gd name="connsiteY1" fmla="*/ 0 h 5828694"/>
              <a:gd name="connsiteX2" fmla="*/ 5909235 w 5909235"/>
              <a:gd name="connsiteY2" fmla="*/ 5828694 h 5828694"/>
              <a:gd name="connsiteX3" fmla="*/ 1371584 w 5909235"/>
              <a:gd name="connsiteY3" fmla="*/ 5824328 h 5828694"/>
              <a:gd name="connsiteX4" fmla="*/ 77874 w 5909235"/>
              <a:gd name="connsiteY4" fmla="*/ 2351532 h 5828694"/>
              <a:gd name="connsiteX5" fmla="*/ 1094837 w 5909235"/>
              <a:gd name="connsiteY5" fmla="*/ 25659 h 5828694"/>
              <a:gd name="connsiteX0" fmla="*/ 1070930 w 5885328"/>
              <a:gd name="connsiteY0" fmla="*/ 25659 h 5828694"/>
              <a:gd name="connsiteX1" fmla="*/ 5877577 w 5885328"/>
              <a:gd name="connsiteY1" fmla="*/ 0 h 5828694"/>
              <a:gd name="connsiteX2" fmla="*/ 5885328 w 5885328"/>
              <a:gd name="connsiteY2" fmla="*/ 5828694 h 5828694"/>
              <a:gd name="connsiteX3" fmla="*/ 1347677 w 5885328"/>
              <a:gd name="connsiteY3" fmla="*/ 5824328 h 5828694"/>
              <a:gd name="connsiteX4" fmla="*/ 81403 w 5885328"/>
              <a:gd name="connsiteY4" fmla="*/ 2505174 h 5828694"/>
              <a:gd name="connsiteX5" fmla="*/ 1070930 w 5885328"/>
              <a:gd name="connsiteY5" fmla="*/ 25659 h 5828694"/>
              <a:gd name="connsiteX0" fmla="*/ 1095835 w 5910233"/>
              <a:gd name="connsiteY0" fmla="*/ 25659 h 5828694"/>
              <a:gd name="connsiteX1" fmla="*/ 5902482 w 5910233"/>
              <a:gd name="connsiteY1" fmla="*/ 0 h 5828694"/>
              <a:gd name="connsiteX2" fmla="*/ 5910233 w 5910233"/>
              <a:gd name="connsiteY2" fmla="*/ 5828694 h 5828694"/>
              <a:gd name="connsiteX3" fmla="*/ 1372582 w 5910233"/>
              <a:gd name="connsiteY3" fmla="*/ 5824328 h 5828694"/>
              <a:gd name="connsiteX4" fmla="*/ 106308 w 5910233"/>
              <a:gd name="connsiteY4" fmla="*/ 2505174 h 5828694"/>
              <a:gd name="connsiteX5" fmla="*/ 1095835 w 5910233"/>
              <a:gd name="connsiteY5" fmla="*/ 25659 h 5828694"/>
              <a:gd name="connsiteX0" fmla="*/ 1025203 w 5812165"/>
              <a:gd name="connsiteY0" fmla="*/ 0 h 5830471"/>
              <a:gd name="connsiteX1" fmla="*/ 5804414 w 5812165"/>
              <a:gd name="connsiteY1" fmla="*/ 1777 h 5830471"/>
              <a:gd name="connsiteX2" fmla="*/ 5812165 w 5812165"/>
              <a:gd name="connsiteY2" fmla="*/ 5830471 h 5830471"/>
              <a:gd name="connsiteX3" fmla="*/ 1274514 w 5812165"/>
              <a:gd name="connsiteY3" fmla="*/ 5826105 h 5830471"/>
              <a:gd name="connsiteX4" fmla="*/ 8240 w 5812165"/>
              <a:gd name="connsiteY4" fmla="*/ 2506951 h 5830471"/>
              <a:gd name="connsiteX5" fmla="*/ 1025203 w 5812165"/>
              <a:gd name="connsiteY5" fmla="*/ 0 h 5830471"/>
              <a:gd name="connsiteX0" fmla="*/ 1043591 w 5830553"/>
              <a:gd name="connsiteY0" fmla="*/ 0 h 5830471"/>
              <a:gd name="connsiteX1" fmla="*/ 5822802 w 5830553"/>
              <a:gd name="connsiteY1" fmla="*/ 1777 h 5830471"/>
              <a:gd name="connsiteX2" fmla="*/ 5830553 w 5830553"/>
              <a:gd name="connsiteY2" fmla="*/ 5830471 h 5830471"/>
              <a:gd name="connsiteX3" fmla="*/ 1292902 w 5830553"/>
              <a:gd name="connsiteY3" fmla="*/ 5826105 h 5830471"/>
              <a:gd name="connsiteX4" fmla="*/ 26628 w 5830553"/>
              <a:gd name="connsiteY4" fmla="*/ 2506951 h 5830471"/>
              <a:gd name="connsiteX5" fmla="*/ 1043591 w 5830553"/>
              <a:gd name="connsiteY5" fmla="*/ 0 h 5830471"/>
              <a:gd name="connsiteX0" fmla="*/ 1104951 w 5891913"/>
              <a:gd name="connsiteY0" fmla="*/ 0 h 5830471"/>
              <a:gd name="connsiteX1" fmla="*/ 5884162 w 5891913"/>
              <a:gd name="connsiteY1" fmla="*/ 1777 h 5830471"/>
              <a:gd name="connsiteX2" fmla="*/ 5891913 w 5891913"/>
              <a:gd name="connsiteY2" fmla="*/ 5830471 h 5830471"/>
              <a:gd name="connsiteX3" fmla="*/ 1354262 w 5891913"/>
              <a:gd name="connsiteY3" fmla="*/ 5826105 h 5830471"/>
              <a:gd name="connsiteX4" fmla="*/ 87988 w 5891913"/>
              <a:gd name="connsiteY4" fmla="*/ 2506951 h 5830471"/>
              <a:gd name="connsiteX5" fmla="*/ 1104951 w 5891913"/>
              <a:gd name="connsiteY5" fmla="*/ 0 h 5830471"/>
              <a:gd name="connsiteX0" fmla="*/ 795815 w 5582777"/>
              <a:gd name="connsiteY0" fmla="*/ 0 h 5830471"/>
              <a:gd name="connsiteX1" fmla="*/ 5575026 w 5582777"/>
              <a:gd name="connsiteY1" fmla="*/ 1777 h 5830471"/>
              <a:gd name="connsiteX2" fmla="*/ 5582777 w 5582777"/>
              <a:gd name="connsiteY2" fmla="*/ 5830471 h 5830471"/>
              <a:gd name="connsiteX3" fmla="*/ 1045126 w 5582777"/>
              <a:gd name="connsiteY3" fmla="*/ 5826105 h 5830471"/>
              <a:gd name="connsiteX4" fmla="*/ 239778 w 5582777"/>
              <a:gd name="connsiteY4" fmla="*/ 2726439 h 5830471"/>
              <a:gd name="connsiteX5" fmla="*/ 795815 w 5582777"/>
              <a:gd name="connsiteY5" fmla="*/ 0 h 5830471"/>
              <a:gd name="connsiteX0" fmla="*/ 823831 w 5610793"/>
              <a:gd name="connsiteY0" fmla="*/ 0 h 5830471"/>
              <a:gd name="connsiteX1" fmla="*/ 5603042 w 5610793"/>
              <a:gd name="connsiteY1" fmla="*/ 1777 h 5830471"/>
              <a:gd name="connsiteX2" fmla="*/ 5610793 w 5610793"/>
              <a:gd name="connsiteY2" fmla="*/ 5830471 h 5830471"/>
              <a:gd name="connsiteX3" fmla="*/ 1073142 w 5610793"/>
              <a:gd name="connsiteY3" fmla="*/ 5826105 h 5830471"/>
              <a:gd name="connsiteX4" fmla="*/ 267794 w 5610793"/>
              <a:gd name="connsiteY4" fmla="*/ 2726439 h 5830471"/>
              <a:gd name="connsiteX5" fmla="*/ 823831 w 5610793"/>
              <a:gd name="connsiteY5" fmla="*/ 0 h 5830471"/>
              <a:gd name="connsiteX0" fmla="*/ 1067622 w 5854584"/>
              <a:gd name="connsiteY0" fmla="*/ 0 h 5830471"/>
              <a:gd name="connsiteX1" fmla="*/ 5846833 w 5854584"/>
              <a:gd name="connsiteY1" fmla="*/ 1777 h 5830471"/>
              <a:gd name="connsiteX2" fmla="*/ 5854584 w 5854584"/>
              <a:gd name="connsiteY2" fmla="*/ 5830471 h 5830471"/>
              <a:gd name="connsiteX3" fmla="*/ 1316933 w 5854584"/>
              <a:gd name="connsiteY3" fmla="*/ 5826105 h 5830471"/>
              <a:gd name="connsiteX4" fmla="*/ 138455 w 5854584"/>
              <a:gd name="connsiteY4" fmla="*/ 2726439 h 5830471"/>
              <a:gd name="connsiteX5" fmla="*/ 1067622 w 5854584"/>
              <a:gd name="connsiteY5" fmla="*/ 0 h 5830471"/>
              <a:gd name="connsiteX0" fmla="*/ 1118785 w 5905747"/>
              <a:gd name="connsiteY0" fmla="*/ 0 h 5830471"/>
              <a:gd name="connsiteX1" fmla="*/ 5897996 w 5905747"/>
              <a:gd name="connsiteY1" fmla="*/ 1777 h 5830471"/>
              <a:gd name="connsiteX2" fmla="*/ 5905747 w 5905747"/>
              <a:gd name="connsiteY2" fmla="*/ 5830471 h 5830471"/>
              <a:gd name="connsiteX3" fmla="*/ 1368096 w 5905747"/>
              <a:gd name="connsiteY3" fmla="*/ 5826105 h 5830471"/>
              <a:gd name="connsiteX4" fmla="*/ 189618 w 5905747"/>
              <a:gd name="connsiteY4" fmla="*/ 2726439 h 5830471"/>
              <a:gd name="connsiteX5" fmla="*/ 1118785 w 5905747"/>
              <a:gd name="connsiteY5" fmla="*/ 0 h 5830471"/>
              <a:gd name="connsiteX0" fmla="*/ 1110524 w 5897486"/>
              <a:gd name="connsiteY0" fmla="*/ 0 h 5830471"/>
              <a:gd name="connsiteX1" fmla="*/ 5889735 w 5897486"/>
              <a:gd name="connsiteY1" fmla="*/ 1777 h 5830471"/>
              <a:gd name="connsiteX2" fmla="*/ 5897486 w 5897486"/>
              <a:gd name="connsiteY2" fmla="*/ 5830471 h 5830471"/>
              <a:gd name="connsiteX3" fmla="*/ 1359835 w 5897486"/>
              <a:gd name="connsiteY3" fmla="*/ 5826105 h 5830471"/>
              <a:gd name="connsiteX4" fmla="*/ 192332 w 5897486"/>
              <a:gd name="connsiteY4" fmla="*/ 2847158 h 5830471"/>
              <a:gd name="connsiteX5" fmla="*/ 1110524 w 5897486"/>
              <a:gd name="connsiteY5" fmla="*/ 0 h 5830471"/>
              <a:gd name="connsiteX0" fmla="*/ 1058315 w 5845277"/>
              <a:gd name="connsiteY0" fmla="*/ 0 h 5830471"/>
              <a:gd name="connsiteX1" fmla="*/ 5837526 w 5845277"/>
              <a:gd name="connsiteY1" fmla="*/ 1777 h 5830471"/>
              <a:gd name="connsiteX2" fmla="*/ 5845277 w 5845277"/>
              <a:gd name="connsiteY2" fmla="*/ 5830471 h 5830471"/>
              <a:gd name="connsiteX3" fmla="*/ 1307626 w 5845277"/>
              <a:gd name="connsiteY3" fmla="*/ 5826105 h 5830471"/>
              <a:gd name="connsiteX4" fmla="*/ 140123 w 5845277"/>
              <a:gd name="connsiteY4" fmla="*/ 2847158 h 5830471"/>
              <a:gd name="connsiteX5" fmla="*/ 1058315 w 5845277"/>
              <a:gd name="connsiteY5" fmla="*/ 0 h 5830471"/>
              <a:gd name="connsiteX0" fmla="*/ 1111706 w 5898668"/>
              <a:gd name="connsiteY0" fmla="*/ 0 h 5830471"/>
              <a:gd name="connsiteX1" fmla="*/ 5890917 w 5898668"/>
              <a:gd name="connsiteY1" fmla="*/ 1777 h 5830471"/>
              <a:gd name="connsiteX2" fmla="*/ 5898668 w 5898668"/>
              <a:gd name="connsiteY2" fmla="*/ 5830471 h 5830471"/>
              <a:gd name="connsiteX3" fmla="*/ 1361017 w 5898668"/>
              <a:gd name="connsiteY3" fmla="*/ 5826105 h 5830471"/>
              <a:gd name="connsiteX4" fmla="*/ 193514 w 5898668"/>
              <a:gd name="connsiteY4" fmla="*/ 2847158 h 5830471"/>
              <a:gd name="connsiteX5" fmla="*/ 1111706 w 5898668"/>
              <a:gd name="connsiteY5" fmla="*/ 0 h 583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8668" h="5830471">
                <a:moveTo>
                  <a:pt x="1111706" y="0"/>
                </a:moveTo>
                <a:lnTo>
                  <a:pt x="5890917" y="1777"/>
                </a:lnTo>
                <a:cubicBezTo>
                  <a:pt x="5893501" y="1944675"/>
                  <a:pt x="5896084" y="3887573"/>
                  <a:pt x="5898668" y="5830471"/>
                </a:cubicBezTo>
                <a:lnTo>
                  <a:pt x="1361017" y="5826105"/>
                </a:lnTo>
                <a:cubicBezTo>
                  <a:pt x="884165" y="4616134"/>
                  <a:pt x="564298" y="3889508"/>
                  <a:pt x="193514" y="2847158"/>
                </a:cubicBezTo>
                <a:cubicBezTo>
                  <a:pt x="-177270" y="1804808"/>
                  <a:pt x="-88443" y="544650"/>
                  <a:pt x="1111706" y="0"/>
                </a:cubicBezTo>
                <a:close/>
              </a:path>
            </a:pathLst>
          </a:custGeom>
          <a:solidFill>
            <a:schemeClr val="accent6"/>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8" name="Title 1"/>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9" name="Subtitle 2"/>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5" name="Picture 4" descr="Yellow letters on a black background&#10;&#10;Description automatically generated">
            <a:extLst>
              <a:ext uri="{FF2B5EF4-FFF2-40B4-BE49-F238E27FC236}">
                <a16:creationId xmlns:a16="http://schemas.microsoft.com/office/drawing/2014/main" id="{91F0762A-972F-9C3E-834C-8E3C3A5A51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298031979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11">
    <p:bg>
      <p:bgPr>
        <a:solidFill>
          <a:schemeClr val="bg2"/>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D6BA0904-47B7-FD7D-8D8B-F49A5A9F7F11}"/>
              </a:ext>
            </a:extLst>
          </p:cNvPr>
          <p:cNvSpPr/>
          <p:nvPr userDrawn="1"/>
        </p:nvSpPr>
        <p:spPr>
          <a:xfrm rot="10800000">
            <a:off x="4332287" y="1393825"/>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3" name="Rectangle 8">
            <a:extLst>
              <a:ext uri="{FF2B5EF4-FFF2-40B4-BE49-F238E27FC236}">
                <a16:creationId xmlns:a16="http://schemas.microsoft.com/office/drawing/2014/main" id="{F9A97BBF-9399-153F-484A-01203F6DAD42}"/>
              </a:ext>
            </a:extLst>
          </p:cNvPr>
          <p:cNvSpPr/>
          <p:nvPr userDrawn="1"/>
        </p:nvSpPr>
        <p:spPr>
          <a:xfrm>
            <a:off x="-7938"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6" name="Title 1">
            <a:extLst>
              <a:ext uri="{FF2B5EF4-FFF2-40B4-BE49-F238E27FC236}">
                <a16:creationId xmlns:a16="http://schemas.microsoft.com/office/drawing/2014/main" id="{BA7DFF01-12F2-FCD5-AE18-6450A1F70231}"/>
              </a:ext>
            </a:extLst>
          </p:cNvPr>
          <p:cNvSpPr>
            <a:spLocks noGrp="1"/>
          </p:cNvSpPr>
          <p:nvPr>
            <p:ph type="ctrTitle"/>
          </p:nvPr>
        </p:nvSpPr>
        <p:spPr>
          <a:xfrm>
            <a:off x="426379" y="1916920"/>
            <a:ext cx="5349765" cy="1603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lang="en-US" b="0" i="0" dirty="0">
                <a:solidFill>
                  <a:schemeClr val="bg2"/>
                </a:solidFill>
              </a:defRPr>
            </a:lvl1pPr>
          </a:lstStyle>
          <a:p>
            <a:pPr lvl="0"/>
            <a:r>
              <a:rPr lang="en-GB"/>
              <a:t>Click to edit Master title style</a:t>
            </a:r>
            <a:endParaRPr lang="en-US"/>
          </a:p>
        </p:txBody>
      </p:sp>
      <p:sp>
        <p:nvSpPr>
          <p:cNvPr id="7" name="Subtitle 2">
            <a:extLst>
              <a:ext uri="{FF2B5EF4-FFF2-40B4-BE49-F238E27FC236}">
                <a16:creationId xmlns:a16="http://schemas.microsoft.com/office/drawing/2014/main" id="{5BE17CB9-DBB8-782B-FF7B-7A7F167A2429}"/>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8" name="Picture 7" descr="Yellow letters on a black background&#10;&#10;Description automatically generated">
            <a:extLst>
              <a:ext uri="{FF2B5EF4-FFF2-40B4-BE49-F238E27FC236}">
                <a16:creationId xmlns:a16="http://schemas.microsoft.com/office/drawing/2014/main" id="{137522A2-2742-6C13-ADAB-7C5E513869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2389157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12">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6379" y="1600228"/>
            <a:ext cx="5173717" cy="1363462"/>
          </a:xfrm>
        </p:spPr>
        <p:txBody>
          <a:bodyPr/>
          <a:lstStyle>
            <a:lvl1pPr>
              <a:defRPr>
                <a:solidFill>
                  <a:srgbClr val="FFD900"/>
                </a:solidFill>
              </a:defRPr>
            </a:lvl1pPr>
          </a:lstStyle>
          <a:p>
            <a:r>
              <a:rPr lang="en-GB"/>
              <a:t>Click to edit Master title style</a:t>
            </a:r>
            <a:endParaRPr lang="en-US"/>
          </a:p>
        </p:txBody>
      </p:sp>
      <p:sp>
        <p:nvSpPr>
          <p:cNvPr id="6" name="Rectangle 4">
            <a:extLst>
              <a:ext uri="{FF2B5EF4-FFF2-40B4-BE49-F238E27FC236}">
                <a16:creationId xmlns:a16="http://schemas.microsoft.com/office/drawing/2014/main" id="{9E68E71F-6D00-D379-4653-CFBC2E30BB86}"/>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7" name="Picture 3">
            <a:extLst>
              <a:ext uri="{FF2B5EF4-FFF2-40B4-BE49-F238E27FC236}">
                <a16:creationId xmlns:a16="http://schemas.microsoft.com/office/drawing/2014/main" id="{E49A7B10-8A9B-680E-847F-3CA2ACE5B07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E0BEC3F9-66C5-9650-180E-5EDD144E9CD9}"/>
              </a:ext>
            </a:extLst>
          </p:cNvPr>
          <p:cNvSpPr>
            <a:spLocks noGrp="1"/>
          </p:cNvSpPr>
          <p:nvPr>
            <p:ph type="subTitle" idx="1"/>
          </p:nvPr>
        </p:nvSpPr>
        <p:spPr>
          <a:xfrm>
            <a:off x="426379" y="3396212"/>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4" name="Picture 3" descr="A yellow line in a black background&#10;&#10;Description automatically generated">
            <a:extLst>
              <a:ext uri="{FF2B5EF4-FFF2-40B4-BE49-F238E27FC236}">
                <a16:creationId xmlns:a16="http://schemas.microsoft.com/office/drawing/2014/main" id="{AFC0C4D5-43AF-CB75-A4FA-156EBA12A8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3315317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13">
    <p:bg>
      <p:bgPr>
        <a:solidFill>
          <a:schemeClr val="tx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3F3CECF-983C-1D7B-4726-7D5437C98932}"/>
              </a:ext>
            </a:extLst>
          </p:cNvPr>
          <p:cNvSpPr txBox="1">
            <a:spLocks/>
          </p:cNvSpPr>
          <p:nvPr userDrawn="1"/>
        </p:nvSpPr>
        <p:spPr>
          <a:xfrm flipH="1" flipV="1">
            <a:off x="-9427" y="-18854"/>
            <a:ext cx="8040687" cy="687228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3652173 w 8109899"/>
              <a:gd name="connsiteY0" fmla="*/ 6934 h 6857673"/>
              <a:gd name="connsiteX1" fmla="*/ 8102150 w 8109899"/>
              <a:gd name="connsiteY1" fmla="*/ 8710 h 6857673"/>
              <a:gd name="connsiteX2" fmla="*/ 8109899 w 8109899"/>
              <a:gd name="connsiteY2" fmla="*/ 6210534 h 6857673"/>
              <a:gd name="connsiteX3" fmla="*/ 76280 w 8109899"/>
              <a:gd name="connsiteY3" fmla="*/ 6857673 h 6857673"/>
              <a:gd name="connsiteX4" fmla="*/ 2086488 w 8109899"/>
              <a:gd name="connsiteY4" fmla="*/ 2579732 h 6857673"/>
              <a:gd name="connsiteX5" fmla="*/ 3652173 w 8109899"/>
              <a:gd name="connsiteY5" fmla="*/ 6934 h 6857673"/>
              <a:gd name="connsiteX0" fmla="*/ 3652173 w 8116384"/>
              <a:gd name="connsiteY0" fmla="*/ 6934 h 6878500"/>
              <a:gd name="connsiteX1" fmla="*/ 8102150 w 8116384"/>
              <a:gd name="connsiteY1" fmla="*/ 8710 h 6878500"/>
              <a:gd name="connsiteX2" fmla="*/ 8116384 w 8116384"/>
              <a:gd name="connsiteY2" fmla="*/ 6878500 h 6878500"/>
              <a:gd name="connsiteX3" fmla="*/ 76280 w 8116384"/>
              <a:gd name="connsiteY3" fmla="*/ 6857673 h 6878500"/>
              <a:gd name="connsiteX4" fmla="*/ 2086488 w 8116384"/>
              <a:gd name="connsiteY4" fmla="*/ 2579732 h 6878500"/>
              <a:gd name="connsiteX5" fmla="*/ 3652173 w 8116384"/>
              <a:gd name="connsiteY5" fmla="*/ 6934 h 6878500"/>
              <a:gd name="connsiteX0" fmla="*/ 4500050 w 8121197"/>
              <a:gd name="connsiteY0" fmla="*/ 8356 h 6873437"/>
              <a:gd name="connsiteX1" fmla="*/ 8106963 w 8121197"/>
              <a:gd name="connsiteY1" fmla="*/ 3647 h 6873437"/>
              <a:gd name="connsiteX2" fmla="*/ 8121197 w 8121197"/>
              <a:gd name="connsiteY2" fmla="*/ 6873437 h 6873437"/>
              <a:gd name="connsiteX3" fmla="*/ 81093 w 8121197"/>
              <a:gd name="connsiteY3" fmla="*/ 6852610 h 6873437"/>
              <a:gd name="connsiteX4" fmla="*/ 2091301 w 8121197"/>
              <a:gd name="connsiteY4" fmla="*/ 2574669 h 6873437"/>
              <a:gd name="connsiteX5" fmla="*/ 4500050 w 8121197"/>
              <a:gd name="connsiteY5" fmla="*/ 8356 h 6873437"/>
              <a:gd name="connsiteX0" fmla="*/ 4494764 w 8115911"/>
              <a:gd name="connsiteY0" fmla="*/ 122173 h 6987254"/>
              <a:gd name="connsiteX1" fmla="*/ 8101677 w 8115911"/>
              <a:gd name="connsiteY1" fmla="*/ 117464 h 6987254"/>
              <a:gd name="connsiteX2" fmla="*/ 8115911 w 8115911"/>
              <a:gd name="connsiteY2" fmla="*/ 6987254 h 6987254"/>
              <a:gd name="connsiteX3" fmla="*/ 75807 w 8115911"/>
              <a:gd name="connsiteY3" fmla="*/ 6966427 h 6987254"/>
              <a:gd name="connsiteX4" fmla="*/ 2235173 w 8115911"/>
              <a:gd name="connsiteY4" fmla="*/ 1767601 h 6987254"/>
              <a:gd name="connsiteX5" fmla="*/ 4494764 w 8115911"/>
              <a:gd name="connsiteY5" fmla="*/ 122173 h 6987254"/>
              <a:gd name="connsiteX0" fmla="*/ 4494970 w 8116117"/>
              <a:gd name="connsiteY0" fmla="*/ 122173 h 6987254"/>
              <a:gd name="connsiteX1" fmla="*/ 8101883 w 8116117"/>
              <a:gd name="connsiteY1" fmla="*/ 117464 h 6987254"/>
              <a:gd name="connsiteX2" fmla="*/ 8116117 w 8116117"/>
              <a:gd name="connsiteY2" fmla="*/ 6987254 h 6987254"/>
              <a:gd name="connsiteX3" fmla="*/ 76013 w 8116117"/>
              <a:gd name="connsiteY3" fmla="*/ 6966427 h 6987254"/>
              <a:gd name="connsiteX4" fmla="*/ 2235379 w 8116117"/>
              <a:gd name="connsiteY4" fmla="*/ 1767601 h 6987254"/>
              <a:gd name="connsiteX5" fmla="*/ 4494970 w 8116117"/>
              <a:gd name="connsiteY5" fmla="*/ 122173 h 6987254"/>
              <a:gd name="connsiteX0" fmla="*/ 4418957 w 8040104"/>
              <a:gd name="connsiteY0" fmla="*/ 122173 h 6987254"/>
              <a:gd name="connsiteX1" fmla="*/ 8025870 w 8040104"/>
              <a:gd name="connsiteY1" fmla="*/ 117464 h 6987254"/>
              <a:gd name="connsiteX2" fmla="*/ 8040104 w 8040104"/>
              <a:gd name="connsiteY2" fmla="*/ 6987254 h 6987254"/>
              <a:gd name="connsiteX3" fmla="*/ 0 w 8040104"/>
              <a:gd name="connsiteY3" fmla="*/ 6966427 h 6987254"/>
              <a:gd name="connsiteX4" fmla="*/ 2159366 w 8040104"/>
              <a:gd name="connsiteY4" fmla="*/ 1767601 h 6987254"/>
              <a:gd name="connsiteX5" fmla="*/ 4418957 w 8040104"/>
              <a:gd name="connsiteY5" fmla="*/ 122173 h 6987254"/>
              <a:gd name="connsiteX0" fmla="*/ 4418957 w 8040104"/>
              <a:gd name="connsiteY0" fmla="*/ 122173 h 6987254"/>
              <a:gd name="connsiteX1" fmla="*/ 8025870 w 8040104"/>
              <a:gd name="connsiteY1" fmla="*/ 117464 h 6987254"/>
              <a:gd name="connsiteX2" fmla="*/ 8040104 w 8040104"/>
              <a:gd name="connsiteY2" fmla="*/ 6987254 h 6987254"/>
              <a:gd name="connsiteX3" fmla="*/ 0 w 8040104"/>
              <a:gd name="connsiteY3" fmla="*/ 6966427 h 6987254"/>
              <a:gd name="connsiteX4" fmla="*/ 2159366 w 8040104"/>
              <a:gd name="connsiteY4" fmla="*/ 1767601 h 6987254"/>
              <a:gd name="connsiteX5" fmla="*/ 4418957 w 8040104"/>
              <a:gd name="connsiteY5" fmla="*/ 122173 h 6987254"/>
              <a:gd name="connsiteX0" fmla="*/ 4418957 w 8040104"/>
              <a:gd name="connsiteY0" fmla="*/ 116890 h 6981971"/>
              <a:gd name="connsiteX1" fmla="*/ 8025870 w 8040104"/>
              <a:gd name="connsiteY1" fmla="*/ 112181 h 6981971"/>
              <a:gd name="connsiteX2" fmla="*/ 8040104 w 8040104"/>
              <a:gd name="connsiteY2" fmla="*/ 6981971 h 6981971"/>
              <a:gd name="connsiteX3" fmla="*/ 0 w 8040104"/>
              <a:gd name="connsiteY3" fmla="*/ 6961144 h 6981971"/>
              <a:gd name="connsiteX4" fmla="*/ 2859757 w 8040104"/>
              <a:gd name="connsiteY4" fmla="*/ 1690982 h 6981971"/>
              <a:gd name="connsiteX5" fmla="*/ 4418957 w 8040104"/>
              <a:gd name="connsiteY5" fmla="*/ 116890 h 6981971"/>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12567 h 6977648"/>
              <a:gd name="connsiteX1" fmla="*/ 8025870 w 8040104"/>
              <a:gd name="connsiteY1" fmla="*/ 107858 h 6977648"/>
              <a:gd name="connsiteX2" fmla="*/ 8040104 w 8040104"/>
              <a:gd name="connsiteY2" fmla="*/ 6977648 h 6977648"/>
              <a:gd name="connsiteX3" fmla="*/ 0 w 8040104"/>
              <a:gd name="connsiteY3" fmla="*/ 6956821 h 6977648"/>
              <a:gd name="connsiteX4" fmla="*/ 2230702 w 8040104"/>
              <a:gd name="connsiteY4" fmla="*/ 1628293 h 6977648"/>
              <a:gd name="connsiteX5" fmla="*/ 4418957 w 8040104"/>
              <a:gd name="connsiteY5" fmla="*/ 112567 h 6977648"/>
              <a:gd name="connsiteX0" fmla="*/ 4418957 w 8040104"/>
              <a:gd name="connsiteY0" fmla="*/ 141388 h 7006469"/>
              <a:gd name="connsiteX1" fmla="*/ 8025870 w 8040104"/>
              <a:gd name="connsiteY1" fmla="*/ 136679 h 7006469"/>
              <a:gd name="connsiteX2" fmla="*/ 8040104 w 8040104"/>
              <a:gd name="connsiteY2" fmla="*/ 7006469 h 7006469"/>
              <a:gd name="connsiteX3" fmla="*/ 0 w 8040104"/>
              <a:gd name="connsiteY3" fmla="*/ 6985642 h 7006469"/>
              <a:gd name="connsiteX4" fmla="*/ 2217731 w 8040104"/>
              <a:gd name="connsiteY4" fmla="*/ 2046220 h 7006469"/>
              <a:gd name="connsiteX5" fmla="*/ 4418957 w 8040104"/>
              <a:gd name="connsiteY5" fmla="*/ 141388 h 7006469"/>
              <a:gd name="connsiteX0" fmla="*/ 4418957 w 8040104"/>
              <a:gd name="connsiteY0" fmla="*/ 4709 h 6869790"/>
              <a:gd name="connsiteX1" fmla="*/ 8025870 w 8040104"/>
              <a:gd name="connsiteY1" fmla="*/ 0 h 6869790"/>
              <a:gd name="connsiteX2" fmla="*/ 8040104 w 8040104"/>
              <a:gd name="connsiteY2" fmla="*/ 6869790 h 6869790"/>
              <a:gd name="connsiteX3" fmla="*/ 0 w 8040104"/>
              <a:gd name="connsiteY3" fmla="*/ 6848963 h 6869790"/>
              <a:gd name="connsiteX4" fmla="*/ 2217731 w 8040104"/>
              <a:gd name="connsiteY4" fmla="*/ 1909541 h 6869790"/>
              <a:gd name="connsiteX5" fmla="*/ 4418957 w 8040104"/>
              <a:gd name="connsiteY5" fmla="*/ 4709 h 6869790"/>
              <a:gd name="connsiteX0" fmla="*/ 4470838 w 8040104"/>
              <a:gd name="connsiteY0" fmla="*/ 0 h 6988298"/>
              <a:gd name="connsiteX1" fmla="*/ 8025870 w 8040104"/>
              <a:gd name="connsiteY1" fmla="*/ 118508 h 6988298"/>
              <a:gd name="connsiteX2" fmla="*/ 8040104 w 8040104"/>
              <a:gd name="connsiteY2" fmla="*/ 6988298 h 6988298"/>
              <a:gd name="connsiteX3" fmla="*/ 0 w 8040104"/>
              <a:gd name="connsiteY3" fmla="*/ 6967471 h 6988298"/>
              <a:gd name="connsiteX4" fmla="*/ 2217731 w 8040104"/>
              <a:gd name="connsiteY4" fmla="*/ 2028049 h 6988298"/>
              <a:gd name="connsiteX5" fmla="*/ 4470838 w 8040104"/>
              <a:gd name="connsiteY5" fmla="*/ 0 h 6988298"/>
              <a:gd name="connsiteX0" fmla="*/ 4470838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217731 w 8040104"/>
              <a:gd name="connsiteY4" fmla="*/ 1930772 h 6891021"/>
              <a:gd name="connsiteX5" fmla="*/ 4470838 w 8040104"/>
              <a:gd name="connsiteY5" fmla="*/ 0 h 689102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127550 h 7018571"/>
              <a:gd name="connsiteX1" fmla="*/ 8025870 w 8040104"/>
              <a:gd name="connsiteY1" fmla="*/ 148781 h 7018571"/>
              <a:gd name="connsiteX2" fmla="*/ 8040104 w 8040104"/>
              <a:gd name="connsiteY2" fmla="*/ 7018571 h 7018571"/>
              <a:gd name="connsiteX3" fmla="*/ 0 w 8040104"/>
              <a:gd name="connsiteY3" fmla="*/ 6997744 h 7018571"/>
              <a:gd name="connsiteX4" fmla="*/ 2120454 w 8040104"/>
              <a:gd name="connsiteY4" fmla="*/ 1922135 h 7018571"/>
              <a:gd name="connsiteX5" fmla="*/ 4470838 w 8040104"/>
              <a:gd name="connsiteY5" fmla="*/ 127550 h 7018571"/>
              <a:gd name="connsiteX0" fmla="*/ 4470838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470838 w 8040104"/>
              <a:gd name="connsiteY5" fmla="*/ 0 h 6891021"/>
              <a:gd name="connsiteX0" fmla="*/ 467836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678361 w 8040104"/>
              <a:gd name="connsiteY5" fmla="*/ 0 h 6891021"/>
              <a:gd name="connsiteX0" fmla="*/ 4412472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412472 w 8040104"/>
              <a:gd name="connsiteY5" fmla="*/ 0 h 6891021"/>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399501 w 8040104"/>
              <a:gd name="connsiteY5" fmla="*/ 0 h 6891021"/>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20454 w 8040104"/>
              <a:gd name="connsiteY4" fmla="*/ 1794585 h 6891021"/>
              <a:gd name="connsiteX5" fmla="*/ 4399501 w 8040104"/>
              <a:gd name="connsiteY5" fmla="*/ 0 h 6891021"/>
              <a:gd name="connsiteX0" fmla="*/ 4399501 w 8040104"/>
              <a:gd name="connsiteY0" fmla="*/ 160672 h 7051693"/>
              <a:gd name="connsiteX1" fmla="*/ 8025870 w 8040104"/>
              <a:gd name="connsiteY1" fmla="*/ 181903 h 7051693"/>
              <a:gd name="connsiteX2" fmla="*/ 8040104 w 8040104"/>
              <a:gd name="connsiteY2" fmla="*/ 7051693 h 7051693"/>
              <a:gd name="connsiteX3" fmla="*/ 0 w 8040104"/>
              <a:gd name="connsiteY3" fmla="*/ 7030866 h 7051693"/>
              <a:gd name="connsiteX4" fmla="*/ 2464165 w 8040104"/>
              <a:gd name="connsiteY4" fmla="*/ 2402730 h 7051693"/>
              <a:gd name="connsiteX5" fmla="*/ 4399501 w 8040104"/>
              <a:gd name="connsiteY5" fmla="*/ 160672 h 7051693"/>
              <a:gd name="connsiteX0" fmla="*/ 4399501 w 8040104"/>
              <a:gd name="connsiteY0" fmla="*/ 120352 h 7011373"/>
              <a:gd name="connsiteX1" fmla="*/ 8025870 w 8040104"/>
              <a:gd name="connsiteY1" fmla="*/ 141583 h 7011373"/>
              <a:gd name="connsiteX2" fmla="*/ 8040104 w 8040104"/>
              <a:gd name="connsiteY2" fmla="*/ 7011373 h 7011373"/>
              <a:gd name="connsiteX3" fmla="*/ 0 w 8040104"/>
              <a:gd name="connsiteY3" fmla="*/ 6990546 h 7011373"/>
              <a:gd name="connsiteX4" fmla="*/ 2172335 w 8040104"/>
              <a:gd name="connsiteY4" fmla="*/ 1817661 h 7011373"/>
              <a:gd name="connsiteX5" fmla="*/ 4399501 w 8040104"/>
              <a:gd name="connsiteY5" fmla="*/ 120352 h 7011373"/>
              <a:gd name="connsiteX0" fmla="*/ 4399501 w 8040104"/>
              <a:gd name="connsiteY0" fmla="*/ 120352 h 7011373"/>
              <a:gd name="connsiteX1" fmla="*/ 8025870 w 8040104"/>
              <a:gd name="connsiteY1" fmla="*/ 141583 h 7011373"/>
              <a:gd name="connsiteX2" fmla="*/ 8040104 w 8040104"/>
              <a:gd name="connsiteY2" fmla="*/ 7011373 h 7011373"/>
              <a:gd name="connsiteX3" fmla="*/ 0 w 8040104"/>
              <a:gd name="connsiteY3" fmla="*/ 6990546 h 7011373"/>
              <a:gd name="connsiteX4" fmla="*/ 2172335 w 8040104"/>
              <a:gd name="connsiteY4" fmla="*/ 1817661 h 7011373"/>
              <a:gd name="connsiteX5" fmla="*/ 4399501 w 8040104"/>
              <a:gd name="connsiteY5" fmla="*/ 120352 h 7011373"/>
              <a:gd name="connsiteX0" fmla="*/ 4399501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72335 w 8040104"/>
              <a:gd name="connsiteY4" fmla="*/ 1697309 h 6891021"/>
              <a:gd name="connsiteX5" fmla="*/ 4399501 w 8040104"/>
              <a:gd name="connsiteY5" fmla="*/ 0 h 6891021"/>
              <a:gd name="connsiteX0" fmla="*/ 4632965 w 8040104"/>
              <a:gd name="connsiteY0" fmla="*/ 0 h 6891021"/>
              <a:gd name="connsiteX1" fmla="*/ 8025870 w 8040104"/>
              <a:gd name="connsiteY1" fmla="*/ 21231 h 6891021"/>
              <a:gd name="connsiteX2" fmla="*/ 8040104 w 8040104"/>
              <a:gd name="connsiteY2" fmla="*/ 6891021 h 6891021"/>
              <a:gd name="connsiteX3" fmla="*/ 0 w 8040104"/>
              <a:gd name="connsiteY3" fmla="*/ 6870194 h 6891021"/>
              <a:gd name="connsiteX4" fmla="*/ 2172335 w 8040104"/>
              <a:gd name="connsiteY4" fmla="*/ 1697309 h 6891021"/>
              <a:gd name="connsiteX5" fmla="*/ 4632965 w 8040104"/>
              <a:gd name="connsiteY5" fmla="*/ 0 h 6891021"/>
              <a:gd name="connsiteX0" fmla="*/ 4509748 w 8040104"/>
              <a:gd name="connsiteY0" fmla="*/ 0 h 6878051"/>
              <a:gd name="connsiteX1" fmla="*/ 8025870 w 8040104"/>
              <a:gd name="connsiteY1" fmla="*/ 8261 h 6878051"/>
              <a:gd name="connsiteX2" fmla="*/ 8040104 w 8040104"/>
              <a:gd name="connsiteY2" fmla="*/ 6878051 h 6878051"/>
              <a:gd name="connsiteX3" fmla="*/ 0 w 8040104"/>
              <a:gd name="connsiteY3" fmla="*/ 6857224 h 6878051"/>
              <a:gd name="connsiteX4" fmla="*/ 2172335 w 8040104"/>
              <a:gd name="connsiteY4" fmla="*/ 1684339 h 6878051"/>
              <a:gd name="connsiteX5" fmla="*/ 4509748 w 8040104"/>
              <a:gd name="connsiteY5" fmla="*/ 0 h 6878051"/>
              <a:gd name="connsiteX0" fmla="*/ 4393016 w 8040104"/>
              <a:gd name="connsiteY0" fmla="*/ 0 h 6878051"/>
              <a:gd name="connsiteX1" fmla="*/ 8025870 w 8040104"/>
              <a:gd name="connsiteY1" fmla="*/ 8261 h 6878051"/>
              <a:gd name="connsiteX2" fmla="*/ 8040104 w 8040104"/>
              <a:gd name="connsiteY2" fmla="*/ 6878051 h 6878051"/>
              <a:gd name="connsiteX3" fmla="*/ 0 w 8040104"/>
              <a:gd name="connsiteY3" fmla="*/ 6857224 h 6878051"/>
              <a:gd name="connsiteX4" fmla="*/ 2172335 w 8040104"/>
              <a:gd name="connsiteY4" fmla="*/ 1684339 h 6878051"/>
              <a:gd name="connsiteX5" fmla="*/ 4393016 w 8040104"/>
              <a:gd name="connsiteY5" fmla="*/ 0 h 6878051"/>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0 h 6871566"/>
              <a:gd name="connsiteX1" fmla="*/ 8025870 w 8040104"/>
              <a:gd name="connsiteY1" fmla="*/ 1776 h 6871566"/>
              <a:gd name="connsiteX2" fmla="*/ 8040104 w 8040104"/>
              <a:gd name="connsiteY2" fmla="*/ 6871566 h 6871566"/>
              <a:gd name="connsiteX3" fmla="*/ 0 w 8040104"/>
              <a:gd name="connsiteY3" fmla="*/ 6850739 h 6871566"/>
              <a:gd name="connsiteX4" fmla="*/ 2172335 w 8040104"/>
              <a:gd name="connsiteY4" fmla="*/ 1677854 h 6871566"/>
              <a:gd name="connsiteX5" fmla="*/ 4380045 w 8040104"/>
              <a:gd name="connsiteY5" fmla="*/ 0 h 6871566"/>
              <a:gd name="connsiteX0" fmla="*/ 4380045 w 8040104"/>
              <a:gd name="connsiteY0" fmla="*/ 132952 h 7004518"/>
              <a:gd name="connsiteX1" fmla="*/ 8025870 w 8040104"/>
              <a:gd name="connsiteY1" fmla="*/ 134728 h 7004518"/>
              <a:gd name="connsiteX2" fmla="*/ 8040104 w 8040104"/>
              <a:gd name="connsiteY2" fmla="*/ 7004518 h 7004518"/>
              <a:gd name="connsiteX3" fmla="*/ 0 w 8040104"/>
              <a:gd name="connsiteY3" fmla="*/ 6983691 h 7004518"/>
              <a:gd name="connsiteX4" fmla="*/ 2126939 w 8040104"/>
              <a:gd name="connsiteY4" fmla="*/ 1934023 h 7004518"/>
              <a:gd name="connsiteX5" fmla="*/ 4380045 w 8040104"/>
              <a:gd name="connsiteY5" fmla="*/ 132952 h 7004518"/>
              <a:gd name="connsiteX0" fmla="*/ 4380045 w 8040104"/>
              <a:gd name="connsiteY0" fmla="*/ 126709 h 6998275"/>
              <a:gd name="connsiteX1" fmla="*/ 8025870 w 8040104"/>
              <a:gd name="connsiteY1" fmla="*/ 128485 h 6998275"/>
              <a:gd name="connsiteX2" fmla="*/ 8040104 w 8040104"/>
              <a:gd name="connsiteY2" fmla="*/ 6998275 h 6998275"/>
              <a:gd name="connsiteX3" fmla="*/ 0 w 8040104"/>
              <a:gd name="connsiteY3" fmla="*/ 6977448 h 6998275"/>
              <a:gd name="connsiteX4" fmla="*/ 2146395 w 8040104"/>
              <a:gd name="connsiteY4" fmla="*/ 1843473 h 6998275"/>
              <a:gd name="connsiteX5" fmla="*/ 4380045 w 8040104"/>
              <a:gd name="connsiteY5" fmla="*/ 126709 h 6998275"/>
              <a:gd name="connsiteX0" fmla="*/ 4380045 w 8040104"/>
              <a:gd name="connsiteY0" fmla="*/ 123346 h 6994912"/>
              <a:gd name="connsiteX1" fmla="*/ 8025870 w 8040104"/>
              <a:gd name="connsiteY1" fmla="*/ 125122 h 6994912"/>
              <a:gd name="connsiteX2" fmla="*/ 8040104 w 8040104"/>
              <a:gd name="connsiteY2" fmla="*/ 6994912 h 6994912"/>
              <a:gd name="connsiteX3" fmla="*/ 0 w 8040104"/>
              <a:gd name="connsiteY3" fmla="*/ 6974085 h 6994912"/>
              <a:gd name="connsiteX4" fmla="*/ 2159365 w 8040104"/>
              <a:gd name="connsiteY4" fmla="*/ 1794714 h 6994912"/>
              <a:gd name="connsiteX5" fmla="*/ 4380045 w 8040104"/>
              <a:gd name="connsiteY5" fmla="*/ 123346 h 6994912"/>
              <a:gd name="connsiteX0" fmla="*/ 4380045 w 8040104"/>
              <a:gd name="connsiteY0" fmla="*/ 202 h 6871768"/>
              <a:gd name="connsiteX1" fmla="*/ 8025870 w 8040104"/>
              <a:gd name="connsiteY1" fmla="*/ 1978 h 6871768"/>
              <a:gd name="connsiteX2" fmla="*/ 8040104 w 8040104"/>
              <a:gd name="connsiteY2" fmla="*/ 6871768 h 6871768"/>
              <a:gd name="connsiteX3" fmla="*/ 0 w 8040104"/>
              <a:gd name="connsiteY3" fmla="*/ 6850941 h 6871768"/>
              <a:gd name="connsiteX4" fmla="*/ 2159365 w 8040104"/>
              <a:gd name="connsiteY4" fmla="*/ 1671570 h 6871768"/>
              <a:gd name="connsiteX5" fmla="*/ 4380045 w 8040104"/>
              <a:gd name="connsiteY5" fmla="*/ 202 h 687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0104" h="6871768">
                <a:moveTo>
                  <a:pt x="4380045" y="202"/>
                </a:moveTo>
                <a:cubicBezTo>
                  <a:pt x="5377251" y="13767"/>
                  <a:pt x="6810595" y="1386"/>
                  <a:pt x="8025870" y="1978"/>
                </a:cubicBezTo>
                <a:cubicBezTo>
                  <a:pt x="8030615" y="2291908"/>
                  <a:pt x="8035359" y="4581838"/>
                  <a:pt x="8040104" y="6871768"/>
                </a:cubicBezTo>
                <a:lnTo>
                  <a:pt x="0" y="6850941"/>
                </a:lnTo>
                <a:cubicBezTo>
                  <a:pt x="846109" y="4823847"/>
                  <a:pt x="1669307" y="2683658"/>
                  <a:pt x="2159365" y="1671570"/>
                </a:cubicBezTo>
                <a:cubicBezTo>
                  <a:pt x="2649423" y="659482"/>
                  <a:pt x="3382839" y="-13363"/>
                  <a:pt x="4380045" y="202"/>
                </a:cubicBezTo>
                <a:close/>
              </a:path>
            </a:pathLst>
          </a:custGeom>
          <a:solidFill>
            <a:schemeClr val="bg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3" name="Picture Placeholder 4">
            <a:extLst>
              <a:ext uri="{FF2B5EF4-FFF2-40B4-BE49-F238E27FC236}">
                <a16:creationId xmlns:a16="http://schemas.microsoft.com/office/drawing/2014/main" id="{40A75132-6903-E3A7-D56B-D26EB50841A3}"/>
              </a:ext>
            </a:extLst>
          </p:cNvPr>
          <p:cNvSpPr>
            <a:spLocks noGrp="1"/>
          </p:cNvSpPr>
          <p:nvPr>
            <p:ph type="pic" sz="quarter" idx="12"/>
          </p:nvPr>
        </p:nvSpPr>
        <p:spPr>
          <a:xfrm>
            <a:off x="6050977" y="683614"/>
            <a:ext cx="6140288" cy="6187086"/>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tx1"/>
            </a:fgClr>
            <a:bgClr>
              <a:schemeClr val="tx1">
                <a:lumMod val="65000"/>
              </a:schemeClr>
            </a:bgClr>
          </a:pattFill>
        </p:spPr>
        <p:txBody>
          <a:bodyPr lIns="720000" tIns="1332000" rIns="720000" rtlCol="0">
            <a:normAutofit/>
          </a:bodyPr>
          <a:lstStyle>
            <a:lvl1pPr marL="0" indent="0" algn="ctr">
              <a:buFontTx/>
              <a:buNone/>
              <a:defRPr sz="1200" b="0" i="0">
                <a:solidFill>
                  <a:schemeClr val="bg2"/>
                </a:solidFill>
                <a:latin typeface="Schibsted Grotesk Bold" pitchFamily="2" charset="77"/>
                <a:cs typeface="Schibsted Grotesk Bold" pitchFamily="2" charset="77"/>
              </a:defRPr>
            </a:lvl1pPr>
          </a:lstStyle>
          <a:p>
            <a:pPr lvl="0"/>
            <a:r>
              <a:rPr lang="en-GB" noProof="0"/>
              <a:t>Click icon to add picture</a:t>
            </a:r>
            <a:endParaRPr lang="en-US" noProof="0"/>
          </a:p>
        </p:txBody>
      </p:sp>
      <p:sp>
        <p:nvSpPr>
          <p:cNvPr id="9" name="Title 1">
            <a:extLst>
              <a:ext uri="{FF2B5EF4-FFF2-40B4-BE49-F238E27FC236}">
                <a16:creationId xmlns:a16="http://schemas.microsoft.com/office/drawing/2014/main" id="{758B154F-DF30-E205-9A36-8F8AA51BCE6F}"/>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tx2"/>
                </a:solidFill>
                <a:latin typeface="+mj-lt"/>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CC8BF864-B4A5-BF3B-17E8-4BB5B1B1B9CC}"/>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tx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4" name="Picture 3" descr="Yellow letters on a black background&#10;&#10;Description automatically generated">
            <a:extLst>
              <a:ext uri="{FF2B5EF4-FFF2-40B4-BE49-F238E27FC236}">
                <a16:creationId xmlns:a16="http://schemas.microsoft.com/office/drawing/2014/main" id="{B78AE1C9-59FB-4070-AB3E-A12D38D435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352712248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14">
    <p:bg>
      <p:bgPr>
        <a:solidFill>
          <a:schemeClr val="tx2"/>
        </a:solidFill>
        <a:effectLst/>
      </p:bgPr>
    </p:bg>
    <p:spTree>
      <p:nvGrpSpPr>
        <p:cNvPr id="1" name=""/>
        <p:cNvGrpSpPr/>
        <p:nvPr/>
      </p:nvGrpSpPr>
      <p:grpSpPr>
        <a:xfrm>
          <a:off x="0" y="0"/>
          <a:ext cx="0" cy="0"/>
          <a:chOff x="0" y="0"/>
          <a:chExt cx="0" cy="0"/>
        </a:xfrm>
      </p:grpSpPr>
      <p:sp>
        <p:nvSpPr>
          <p:cNvPr id="8" name="Title 1"/>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9" name="Subtitle 2"/>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4"/>
          <p:cNvSpPr>
            <a:spLocks noGrp="1"/>
          </p:cNvSpPr>
          <p:nvPr>
            <p:ph type="pic" sz="quarter" idx="10"/>
          </p:nvPr>
        </p:nvSpPr>
        <p:spPr>
          <a:xfrm>
            <a:off x="5154757" y="0"/>
            <a:ext cx="7062643" cy="6858000"/>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5779" h="6886269">
                <a:moveTo>
                  <a:pt x="1359187" y="0"/>
                </a:moveTo>
                <a:lnTo>
                  <a:pt x="7055504" y="8040"/>
                </a:lnTo>
                <a:cubicBezTo>
                  <a:pt x="7062262" y="2300783"/>
                  <a:pt x="7069021" y="4593526"/>
                  <a:pt x="7075779" y="6886269"/>
                </a:cubicBezTo>
                <a:lnTo>
                  <a:pt x="0" y="6884231"/>
                </a:lnTo>
                <a:cubicBezTo>
                  <a:pt x="800803" y="4835017"/>
                  <a:pt x="1012724" y="4088015"/>
                  <a:pt x="1378044" y="3086366"/>
                </a:cubicBezTo>
                <a:cubicBezTo>
                  <a:pt x="1743364" y="2084717"/>
                  <a:pt x="1964635" y="1220855"/>
                  <a:pt x="1359187" y="0"/>
                </a:cubicBezTo>
                <a:close/>
              </a:path>
            </a:pathLst>
          </a:custGeom>
          <a:pattFill prst="pct5">
            <a:fgClr>
              <a:schemeClr val="bg1"/>
            </a:fgClr>
            <a:bgClr>
              <a:schemeClr val="bg1">
                <a:lumMod val="65000"/>
              </a:schemeClr>
            </a:bgClr>
          </a:pattFill>
        </p:spPr>
        <p:txBody>
          <a:bodyPr lIns="72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GB" noProof="0"/>
              <a:t>Click icon to add picture</a:t>
            </a:r>
            <a:endParaRPr lang="en-US" noProof="0"/>
          </a:p>
        </p:txBody>
      </p:sp>
      <p:pic>
        <p:nvPicPr>
          <p:cNvPr id="3" name="Picture 2" descr="Yellow letters on a black background&#10;&#10;Description automatically generated">
            <a:extLst>
              <a:ext uri="{FF2B5EF4-FFF2-40B4-BE49-F238E27FC236}">
                <a16:creationId xmlns:a16="http://schemas.microsoft.com/office/drawing/2014/main" id="{CB534262-B65E-8237-B007-625B2D43CD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81214787"/>
      </p:ext>
    </p:extLst>
  </p:cSld>
  <p:clrMapOvr>
    <a:overrideClrMapping bg1="lt1" tx1="dk1" bg2="lt2" tx2="dk2" accent1="accent1" accent2="accent2" accent3="accent3" accent4="accent4" accent5="accent5" accent6="accent6" hlink="hlink" folHlink="folHlink"/>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15">
    <p:bg>
      <p:bgPr>
        <a:solidFill>
          <a:schemeClr val="bg2"/>
        </a:solidFill>
        <a:effectLst/>
      </p:bgPr>
    </p:bg>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F9A97BBF-9399-153F-484A-01203F6DAD42}"/>
              </a:ext>
            </a:extLst>
          </p:cNvPr>
          <p:cNvSpPr/>
          <p:nvPr userDrawn="1"/>
        </p:nvSpPr>
        <p:spPr>
          <a:xfrm>
            <a:off x="-7938"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10" name="Picture Placeholder 4"/>
          <p:cNvSpPr>
            <a:spLocks noGrp="1"/>
          </p:cNvSpPr>
          <p:nvPr>
            <p:ph type="pic" sz="quarter" idx="10"/>
          </p:nvPr>
        </p:nvSpPr>
        <p:spPr>
          <a:xfrm>
            <a:off x="3954275" y="478641"/>
            <a:ext cx="8262794" cy="637935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62794" h="6385512">
                <a:moveTo>
                  <a:pt x="3694213" y="10779"/>
                </a:moveTo>
                <a:cubicBezTo>
                  <a:pt x="4454678" y="-625"/>
                  <a:pt x="4955852" y="-2302"/>
                  <a:pt x="5531504" y="2583"/>
                </a:cubicBezTo>
                <a:cubicBezTo>
                  <a:pt x="6084147" y="29223"/>
                  <a:pt x="6757712" y="-16965"/>
                  <a:pt x="7183294" y="954486"/>
                </a:cubicBezTo>
                <a:cubicBezTo>
                  <a:pt x="7583476" y="1932287"/>
                  <a:pt x="7878547" y="2625298"/>
                  <a:pt x="8262794" y="3532586"/>
                </a:cubicBezTo>
                <a:cubicBezTo>
                  <a:pt x="8253341" y="4497024"/>
                  <a:pt x="8252886" y="5683881"/>
                  <a:pt x="8244179" y="6385512"/>
                </a:cubicBezTo>
                <a:lnTo>
                  <a:pt x="0" y="6377124"/>
                </a:lnTo>
                <a:cubicBezTo>
                  <a:pt x="184403" y="5889100"/>
                  <a:pt x="260068" y="5746144"/>
                  <a:pt x="558290" y="4969641"/>
                </a:cubicBezTo>
                <a:cubicBezTo>
                  <a:pt x="1167174" y="4990306"/>
                  <a:pt x="1929029" y="4560948"/>
                  <a:pt x="2352037" y="3529317"/>
                </a:cubicBezTo>
                <a:cubicBezTo>
                  <a:pt x="2775045" y="2497686"/>
                  <a:pt x="3491225" y="566611"/>
                  <a:pt x="3694213" y="10779"/>
                </a:cubicBezTo>
                <a:close/>
              </a:path>
            </a:pathLst>
          </a:custGeom>
          <a:pattFill prst="pct5">
            <a:fgClr>
              <a:schemeClr val="bg1"/>
            </a:fgClr>
            <a:bgClr>
              <a:schemeClr val="bg1">
                <a:lumMod val="65000"/>
              </a:schemeClr>
            </a:bgClr>
          </a:pattFill>
        </p:spPr>
        <p:txBody>
          <a:bodyPr lIns="234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GB" noProof="0"/>
              <a:t>Click icon to add picture</a:t>
            </a:r>
            <a:endParaRPr lang="en-US" noProof="0"/>
          </a:p>
        </p:txBody>
      </p:sp>
      <p:sp>
        <p:nvSpPr>
          <p:cNvPr id="6" name="Title 1">
            <a:extLst>
              <a:ext uri="{FF2B5EF4-FFF2-40B4-BE49-F238E27FC236}">
                <a16:creationId xmlns:a16="http://schemas.microsoft.com/office/drawing/2014/main" id="{BA7DFF01-12F2-FCD5-AE18-6450A1F70231}"/>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5BE17CB9-DBB8-782B-FF7B-7A7F167A2429}"/>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2" name="Picture 1" descr="Yellow letters on a black background&#10;&#10;Description automatically generated">
            <a:extLst>
              <a:ext uri="{FF2B5EF4-FFF2-40B4-BE49-F238E27FC236}">
                <a16:creationId xmlns:a16="http://schemas.microsoft.com/office/drawing/2014/main" id="{2BE40B8F-C8AF-2694-F50B-0C861D3D0A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2302858889"/>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16">
    <p:bg>
      <p:bgPr>
        <a:solidFill>
          <a:schemeClr val="bg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F19DDE3-818E-8644-9E61-B35BED1F2F4F}"/>
              </a:ext>
            </a:extLst>
          </p:cNvPr>
          <p:cNvSpPr txBox="1">
            <a:spLocks/>
          </p:cNvSpPr>
          <p:nvPr userDrawn="1"/>
        </p:nvSpPr>
        <p:spPr>
          <a:xfrm flipH="1">
            <a:off x="-9525" y="-28575"/>
            <a:ext cx="6972300" cy="689133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38683 w 6096409"/>
              <a:gd name="connsiteY0" fmla="*/ 72693 h 6276293"/>
              <a:gd name="connsiteX1" fmla="*/ 5287527 w 6096409"/>
              <a:gd name="connsiteY1" fmla="*/ 650626 h 6276293"/>
              <a:gd name="connsiteX2" fmla="*/ 6096409 w 6096409"/>
              <a:gd name="connsiteY2" fmla="*/ 6276293 h 6276293"/>
              <a:gd name="connsiteX3" fmla="*/ 1525836 w 6096409"/>
              <a:gd name="connsiteY3" fmla="*/ 6255466 h 6276293"/>
              <a:gd name="connsiteX4" fmla="*/ 72998 w 6096409"/>
              <a:gd name="connsiteY4" fmla="*/ 2645491 h 6276293"/>
              <a:gd name="connsiteX5" fmla="*/ 1638683 w 6096409"/>
              <a:gd name="connsiteY5" fmla="*/ 72693 h 6276293"/>
              <a:gd name="connsiteX0" fmla="*/ 1641246 w 6098972"/>
              <a:gd name="connsiteY0" fmla="*/ 176561 h 6380161"/>
              <a:gd name="connsiteX1" fmla="*/ 5591887 w 6098972"/>
              <a:gd name="connsiteY1" fmla="*/ 216748 h 6380161"/>
              <a:gd name="connsiteX2" fmla="*/ 6098972 w 6098972"/>
              <a:gd name="connsiteY2" fmla="*/ 6380161 h 6380161"/>
              <a:gd name="connsiteX3" fmla="*/ 1528399 w 6098972"/>
              <a:gd name="connsiteY3" fmla="*/ 6359334 h 6380161"/>
              <a:gd name="connsiteX4" fmla="*/ 75561 w 6098972"/>
              <a:gd name="connsiteY4" fmla="*/ 2749359 h 6380161"/>
              <a:gd name="connsiteX5" fmla="*/ 1641246 w 6098972"/>
              <a:gd name="connsiteY5" fmla="*/ 176561 h 6380161"/>
              <a:gd name="connsiteX0" fmla="*/ 785215 w 6098947"/>
              <a:gd name="connsiteY0" fmla="*/ 193139 h 6330893"/>
              <a:gd name="connsiteX1" fmla="*/ 5591862 w 6098947"/>
              <a:gd name="connsiteY1" fmla="*/ 167480 h 6330893"/>
              <a:gd name="connsiteX2" fmla="*/ 6098947 w 6098947"/>
              <a:gd name="connsiteY2" fmla="*/ 6330893 h 6330893"/>
              <a:gd name="connsiteX3" fmla="*/ 1528374 w 6098947"/>
              <a:gd name="connsiteY3" fmla="*/ 6310066 h 6330893"/>
              <a:gd name="connsiteX4" fmla="*/ 75536 w 6098947"/>
              <a:gd name="connsiteY4" fmla="*/ 2700091 h 6330893"/>
              <a:gd name="connsiteX5" fmla="*/ 785215 w 6098947"/>
              <a:gd name="connsiteY5" fmla="*/ 193139 h 6330893"/>
              <a:gd name="connsiteX0" fmla="*/ 1077816 w 6391548"/>
              <a:gd name="connsiteY0" fmla="*/ 167153 h 6304907"/>
              <a:gd name="connsiteX1" fmla="*/ 5884463 w 6391548"/>
              <a:gd name="connsiteY1" fmla="*/ 141494 h 6304907"/>
              <a:gd name="connsiteX2" fmla="*/ 6391548 w 6391548"/>
              <a:gd name="connsiteY2" fmla="*/ 6304907 h 6304907"/>
              <a:gd name="connsiteX3" fmla="*/ 1820975 w 6391548"/>
              <a:gd name="connsiteY3" fmla="*/ 6284080 h 6304907"/>
              <a:gd name="connsiteX4" fmla="*/ 33417 w 6391548"/>
              <a:gd name="connsiteY4" fmla="*/ 2322923 h 6304907"/>
              <a:gd name="connsiteX5" fmla="*/ 1077816 w 6391548"/>
              <a:gd name="connsiteY5" fmla="*/ 167153 h 6304907"/>
              <a:gd name="connsiteX0" fmla="*/ 1052844 w 6366576"/>
              <a:gd name="connsiteY0" fmla="*/ 167153 h 6304907"/>
              <a:gd name="connsiteX1" fmla="*/ 5859491 w 6366576"/>
              <a:gd name="connsiteY1" fmla="*/ 141494 h 6304907"/>
              <a:gd name="connsiteX2" fmla="*/ 6366576 w 6366576"/>
              <a:gd name="connsiteY2" fmla="*/ 6304907 h 6304907"/>
              <a:gd name="connsiteX3" fmla="*/ 1329591 w 6366576"/>
              <a:gd name="connsiteY3" fmla="*/ 5965822 h 6304907"/>
              <a:gd name="connsiteX4" fmla="*/ 8445 w 6366576"/>
              <a:gd name="connsiteY4" fmla="*/ 2322923 h 6304907"/>
              <a:gd name="connsiteX5" fmla="*/ 1052844 w 6366576"/>
              <a:gd name="connsiteY5" fmla="*/ 167153 h 6304907"/>
              <a:gd name="connsiteX0" fmla="*/ 1052844 w 5859491"/>
              <a:gd name="connsiteY0" fmla="*/ 167153 h 5965822"/>
              <a:gd name="connsiteX1" fmla="*/ 5859491 w 5859491"/>
              <a:gd name="connsiteY1" fmla="*/ 141494 h 5965822"/>
              <a:gd name="connsiteX2" fmla="*/ 5027697 w 5859491"/>
              <a:gd name="connsiteY2" fmla="*/ 4993464 h 5965822"/>
              <a:gd name="connsiteX3" fmla="*/ 1329591 w 5859491"/>
              <a:gd name="connsiteY3" fmla="*/ 5965822 h 5965822"/>
              <a:gd name="connsiteX4" fmla="*/ 8445 w 5859491"/>
              <a:gd name="connsiteY4" fmla="*/ 2322923 h 5965822"/>
              <a:gd name="connsiteX5" fmla="*/ 1052844 w 5859491"/>
              <a:gd name="connsiteY5" fmla="*/ 167153 h 5965822"/>
              <a:gd name="connsiteX0" fmla="*/ 1052844 w 5867242"/>
              <a:gd name="connsiteY0" fmla="*/ 167153 h 5970188"/>
              <a:gd name="connsiteX1" fmla="*/ 5859491 w 5867242"/>
              <a:gd name="connsiteY1" fmla="*/ 141494 h 5970188"/>
              <a:gd name="connsiteX2" fmla="*/ 5867242 w 5867242"/>
              <a:gd name="connsiteY2" fmla="*/ 5970188 h 5970188"/>
              <a:gd name="connsiteX3" fmla="*/ 1329591 w 5867242"/>
              <a:gd name="connsiteY3" fmla="*/ 5965822 h 5970188"/>
              <a:gd name="connsiteX4" fmla="*/ 8445 w 5867242"/>
              <a:gd name="connsiteY4" fmla="*/ 2322923 h 5970188"/>
              <a:gd name="connsiteX5" fmla="*/ 1052844 w 5867242"/>
              <a:gd name="connsiteY5" fmla="*/ 167153 h 5970188"/>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110378 w 5924776"/>
              <a:gd name="connsiteY0" fmla="*/ 25659 h 5828694"/>
              <a:gd name="connsiteX1" fmla="*/ 5917025 w 5924776"/>
              <a:gd name="connsiteY1" fmla="*/ 0 h 5828694"/>
              <a:gd name="connsiteX2" fmla="*/ 5924776 w 5924776"/>
              <a:gd name="connsiteY2" fmla="*/ 5828694 h 5828694"/>
              <a:gd name="connsiteX3" fmla="*/ 1387125 w 5924776"/>
              <a:gd name="connsiteY3" fmla="*/ 5824328 h 5828694"/>
              <a:gd name="connsiteX4" fmla="*/ 65979 w 5924776"/>
              <a:gd name="connsiteY4" fmla="*/ 2181429 h 5828694"/>
              <a:gd name="connsiteX5" fmla="*/ 1110378 w 5924776"/>
              <a:gd name="connsiteY5" fmla="*/ 25659 h 5828694"/>
              <a:gd name="connsiteX0" fmla="*/ 1086070 w 5900468"/>
              <a:gd name="connsiteY0" fmla="*/ 25659 h 5828694"/>
              <a:gd name="connsiteX1" fmla="*/ 5892717 w 5900468"/>
              <a:gd name="connsiteY1" fmla="*/ 0 h 5828694"/>
              <a:gd name="connsiteX2" fmla="*/ 5900468 w 5900468"/>
              <a:gd name="connsiteY2" fmla="*/ 5828694 h 5828694"/>
              <a:gd name="connsiteX3" fmla="*/ 1362817 w 5900468"/>
              <a:gd name="connsiteY3" fmla="*/ 5824328 h 5828694"/>
              <a:gd name="connsiteX4" fmla="*/ 69107 w 5900468"/>
              <a:gd name="connsiteY4" fmla="*/ 2351532 h 5828694"/>
              <a:gd name="connsiteX5" fmla="*/ 1086070 w 5900468"/>
              <a:gd name="connsiteY5" fmla="*/ 25659 h 5828694"/>
              <a:gd name="connsiteX0" fmla="*/ 1094837 w 5909235"/>
              <a:gd name="connsiteY0" fmla="*/ 25659 h 5828694"/>
              <a:gd name="connsiteX1" fmla="*/ 5901484 w 5909235"/>
              <a:gd name="connsiteY1" fmla="*/ 0 h 5828694"/>
              <a:gd name="connsiteX2" fmla="*/ 5909235 w 5909235"/>
              <a:gd name="connsiteY2" fmla="*/ 5828694 h 5828694"/>
              <a:gd name="connsiteX3" fmla="*/ 1371584 w 5909235"/>
              <a:gd name="connsiteY3" fmla="*/ 5824328 h 5828694"/>
              <a:gd name="connsiteX4" fmla="*/ 77874 w 5909235"/>
              <a:gd name="connsiteY4" fmla="*/ 2351532 h 5828694"/>
              <a:gd name="connsiteX5" fmla="*/ 1094837 w 5909235"/>
              <a:gd name="connsiteY5" fmla="*/ 25659 h 5828694"/>
              <a:gd name="connsiteX0" fmla="*/ 1070930 w 5885328"/>
              <a:gd name="connsiteY0" fmla="*/ 25659 h 5828694"/>
              <a:gd name="connsiteX1" fmla="*/ 5877577 w 5885328"/>
              <a:gd name="connsiteY1" fmla="*/ 0 h 5828694"/>
              <a:gd name="connsiteX2" fmla="*/ 5885328 w 5885328"/>
              <a:gd name="connsiteY2" fmla="*/ 5828694 h 5828694"/>
              <a:gd name="connsiteX3" fmla="*/ 1347677 w 5885328"/>
              <a:gd name="connsiteY3" fmla="*/ 5824328 h 5828694"/>
              <a:gd name="connsiteX4" fmla="*/ 81403 w 5885328"/>
              <a:gd name="connsiteY4" fmla="*/ 2505174 h 5828694"/>
              <a:gd name="connsiteX5" fmla="*/ 1070930 w 5885328"/>
              <a:gd name="connsiteY5" fmla="*/ 25659 h 5828694"/>
              <a:gd name="connsiteX0" fmla="*/ 1095835 w 5910233"/>
              <a:gd name="connsiteY0" fmla="*/ 25659 h 5828694"/>
              <a:gd name="connsiteX1" fmla="*/ 5902482 w 5910233"/>
              <a:gd name="connsiteY1" fmla="*/ 0 h 5828694"/>
              <a:gd name="connsiteX2" fmla="*/ 5910233 w 5910233"/>
              <a:gd name="connsiteY2" fmla="*/ 5828694 h 5828694"/>
              <a:gd name="connsiteX3" fmla="*/ 1372582 w 5910233"/>
              <a:gd name="connsiteY3" fmla="*/ 5824328 h 5828694"/>
              <a:gd name="connsiteX4" fmla="*/ 106308 w 5910233"/>
              <a:gd name="connsiteY4" fmla="*/ 2505174 h 5828694"/>
              <a:gd name="connsiteX5" fmla="*/ 1095835 w 5910233"/>
              <a:gd name="connsiteY5" fmla="*/ 25659 h 5828694"/>
              <a:gd name="connsiteX0" fmla="*/ 1025203 w 5812165"/>
              <a:gd name="connsiteY0" fmla="*/ 0 h 5830471"/>
              <a:gd name="connsiteX1" fmla="*/ 5804414 w 5812165"/>
              <a:gd name="connsiteY1" fmla="*/ 1777 h 5830471"/>
              <a:gd name="connsiteX2" fmla="*/ 5812165 w 5812165"/>
              <a:gd name="connsiteY2" fmla="*/ 5830471 h 5830471"/>
              <a:gd name="connsiteX3" fmla="*/ 1274514 w 5812165"/>
              <a:gd name="connsiteY3" fmla="*/ 5826105 h 5830471"/>
              <a:gd name="connsiteX4" fmla="*/ 8240 w 5812165"/>
              <a:gd name="connsiteY4" fmla="*/ 2506951 h 5830471"/>
              <a:gd name="connsiteX5" fmla="*/ 1025203 w 5812165"/>
              <a:gd name="connsiteY5" fmla="*/ 0 h 5830471"/>
              <a:gd name="connsiteX0" fmla="*/ 1043591 w 5830553"/>
              <a:gd name="connsiteY0" fmla="*/ 0 h 5830471"/>
              <a:gd name="connsiteX1" fmla="*/ 5822802 w 5830553"/>
              <a:gd name="connsiteY1" fmla="*/ 1777 h 5830471"/>
              <a:gd name="connsiteX2" fmla="*/ 5830553 w 5830553"/>
              <a:gd name="connsiteY2" fmla="*/ 5830471 h 5830471"/>
              <a:gd name="connsiteX3" fmla="*/ 1292902 w 5830553"/>
              <a:gd name="connsiteY3" fmla="*/ 5826105 h 5830471"/>
              <a:gd name="connsiteX4" fmla="*/ 26628 w 5830553"/>
              <a:gd name="connsiteY4" fmla="*/ 2506951 h 5830471"/>
              <a:gd name="connsiteX5" fmla="*/ 1043591 w 5830553"/>
              <a:gd name="connsiteY5" fmla="*/ 0 h 5830471"/>
              <a:gd name="connsiteX0" fmla="*/ 1104951 w 5891913"/>
              <a:gd name="connsiteY0" fmla="*/ 0 h 5830471"/>
              <a:gd name="connsiteX1" fmla="*/ 5884162 w 5891913"/>
              <a:gd name="connsiteY1" fmla="*/ 1777 h 5830471"/>
              <a:gd name="connsiteX2" fmla="*/ 5891913 w 5891913"/>
              <a:gd name="connsiteY2" fmla="*/ 5830471 h 5830471"/>
              <a:gd name="connsiteX3" fmla="*/ 1354262 w 5891913"/>
              <a:gd name="connsiteY3" fmla="*/ 5826105 h 5830471"/>
              <a:gd name="connsiteX4" fmla="*/ 87988 w 5891913"/>
              <a:gd name="connsiteY4" fmla="*/ 2506951 h 5830471"/>
              <a:gd name="connsiteX5" fmla="*/ 1104951 w 5891913"/>
              <a:gd name="connsiteY5" fmla="*/ 0 h 5830471"/>
              <a:gd name="connsiteX0" fmla="*/ 795815 w 5582777"/>
              <a:gd name="connsiteY0" fmla="*/ 0 h 5830471"/>
              <a:gd name="connsiteX1" fmla="*/ 5575026 w 5582777"/>
              <a:gd name="connsiteY1" fmla="*/ 1777 h 5830471"/>
              <a:gd name="connsiteX2" fmla="*/ 5582777 w 5582777"/>
              <a:gd name="connsiteY2" fmla="*/ 5830471 h 5830471"/>
              <a:gd name="connsiteX3" fmla="*/ 1045126 w 5582777"/>
              <a:gd name="connsiteY3" fmla="*/ 5826105 h 5830471"/>
              <a:gd name="connsiteX4" fmla="*/ 239778 w 5582777"/>
              <a:gd name="connsiteY4" fmla="*/ 2726439 h 5830471"/>
              <a:gd name="connsiteX5" fmla="*/ 795815 w 5582777"/>
              <a:gd name="connsiteY5" fmla="*/ 0 h 5830471"/>
              <a:gd name="connsiteX0" fmla="*/ 823831 w 5610793"/>
              <a:gd name="connsiteY0" fmla="*/ 0 h 5830471"/>
              <a:gd name="connsiteX1" fmla="*/ 5603042 w 5610793"/>
              <a:gd name="connsiteY1" fmla="*/ 1777 h 5830471"/>
              <a:gd name="connsiteX2" fmla="*/ 5610793 w 5610793"/>
              <a:gd name="connsiteY2" fmla="*/ 5830471 h 5830471"/>
              <a:gd name="connsiteX3" fmla="*/ 1073142 w 5610793"/>
              <a:gd name="connsiteY3" fmla="*/ 5826105 h 5830471"/>
              <a:gd name="connsiteX4" fmla="*/ 267794 w 5610793"/>
              <a:gd name="connsiteY4" fmla="*/ 2726439 h 5830471"/>
              <a:gd name="connsiteX5" fmla="*/ 823831 w 5610793"/>
              <a:gd name="connsiteY5" fmla="*/ 0 h 5830471"/>
              <a:gd name="connsiteX0" fmla="*/ 1067622 w 5854584"/>
              <a:gd name="connsiteY0" fmla="*/ 0 h 5830471"/>
              <a:gd name="connsiteX1" fmla="*/ 5846833 w 5854584"/>
              <a:gd name="connsiteY1" fmla="*/ 1777 h 5830471"/>
              <a:gd name="connsiteX2" fmla="*/ 5854584 w 5854584"/>
              <a:gd name="connsiteY2" fmla="*/ 5830471 h 5830471"/>
              <a:gd name="connsiteX3" fmla="*/ 1316933 w 5854584"/>
              <a:gd name="connsiteY3" fmla="*/ 5826105 h 5830471"/>
              <a:gd name="connsiteX4" fmla="*/ 138455 w 5854584"/>
              <a:gd name="connsiteY4" fmla="*/ 2726439 h 5830471"/>
              <a:gd name="connsiteX5" fmla="*/ 1067622 w 5854584"/>
              <a:gd name="connsiteY5" fmla="*/ 0 h 5830471"/>
              <a:gd name="connsiteX0" fmla="*/ 1118785 w 5905747"/>
              <a:gd name="connsiteY0" fmla="*/ 0 h 5830471"/>
              <a:gd name="connsiteX1" fmla="*/ 5897996 w 5905747"/>
              <a:gd name="connsiteY1" fmla="*/ 1777 h 5830471"/>
              <a:gd name="connsiteX2" fmla="*/ 5905747 w 5905747"/>
              <a:gd name="connsiteY2" fmla="*/ 5830471 h 5830471"/>
              <a:gd name="connsiteX3" fmla="*/ 1368096 w 5905747"/>
              <a:gd name="connsiteY3" fmla="*/ 5826105 h 5830471"/>
              <a:gd name="connsiteX4" fmla="*/ 189618 w 5905747"/>
              <a:gd name="connsiteY4" fmla="*/ 2726439 h 5830471"/>
              <a:gd name="connsiteX5" fmla="*/ 1118785 w 5905747"/>
              <a:gd name="connsiteY5" fmla="*/ 0 h 5830471"/>
              <a:gd name="connsiteX0" fmla="*/ 1110524 w 5897486"/>
              <a:gd name="connsiteY0" fmla="*/ 0 h 5830471"/>
              <a:gd name="connsiteX1" fmla="*/ 5889735 w 5897486"/>
              <a:gd name="connsiteY1" fmla="*/ 1777 h 5830471"/>
              <a:gd name="connsiteX2" fmla="*/ 5897486 w 5897486"/>
              <a:gd name="connsiteY2" fmla="*/ 5830471 h 5830471"/>
              <a:gd name="connsiteX3" fmla="*/ 1359835 w 5897486"/>
              <a:gd name="connsiteY3" fmla="*/ 5826105 h 5830471"/>
              <a:gd name="connsiteX4" fmla="*/ 192332 w 5897486"/>
              <a:gd name="connsiteY4" fmla="*/ 2847158 h 5830471"/>
              <a:gd name="connsiteX5" fmla="*/ 1110524 w 5897486"/>
              <a:gd name="connsiteY5" fmla="*/ 0 h 5830471"/>
              <a:gd name="connsiteX0" fmla="*/ 1058315 w 5845277"/>
              <a:gd name="connsiteY0" fmla="*/ 0 h 5830471"/>
              <a:gd name="connsiteX1" fmla="*/ 5837526 w 5845277"/>
              <a:gd name="connsiteY1" fmla="*/ 1777 h 5830471"/>
              <a:gd name="connsiteX2" fmla="*/ 5845277 w 5845277"/>
              <a:gd name="connsiteY2" fmla="*/ 5830471 h 5830471"/>
              <a:gd name="connsiteX3" fmla="*/ 1307626 w 5845277"/>
              <a:gd name="connsiteY3" fmla="*/ 5826105 h 5830471"/>
              <a:gd name="connsiteX4" fmla="*/ 140123 w 5845277"/>
              <a:gd name="connsiteY4" fmla="*/ 2847158 h 5830471"/>
              <a:gd name="connsiteX5" fmla="*/ 1058315 w 5845277"/>
              <a:gd name="connsiteY5" fmla="*/ 0 h 5830471"/>
              <a:gd name="connsiteX0" fmla="*/ 1111706 w 5898668"/>
              <a:gd name="connsiteY0" fmla="*/ 0 h 5830471"/>
              <a:gd name="connsiteX1" fmla="*/ 5890917 w 5898668"/>
              <a:gd name="connsiteY1" fmla="*/ 1777 h 5830471"/>
              <a:gd name="connsiteX2" fmla="*/ 5898668 w 5898668"/>
              <a:gd name="connsiteY2" fmla="*/ 5830471 h 5830471"/>
              <a:gd name="connsiteX3" fmla="*/ 1361017 w 5898668"/>
              <a:gd name="connsiteY3" fmla="*/ 5826105 h 5830471"/>
              <a:gd name="connsiteX4" fmla="*/ 193514 w 5898668"/>
              <a:gd name="connsiteY4" fmla="*/ 2847158 h 5830471"/>
              <a:gd name="connsiteX5" fmla="*/ 1111706 w 5898668"/>
              <a:gd name="connsiteY5" fmla="*/ 0 h 583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8668" h="5830471">
                <a:moveTo>
                  <a:pt x="1111706" y="0"/>
                </a:moveTo>
                <a:lnTo>
                  <a:pt x="5890917" y="1777"/>
                </a:lnTo>
                <a:cubicBezTo>
                  <a:pt x="5893501" y="1944675"/>
                  <a:pt x="5896084" y="3887573"/>
                  <a:pt x="5898668" y="5830471"/>
                </a:cubicBezTo>
                <a:lnTo>
                  <a:pt x="1361017" y="5826105"/>
                </a:lnTo>
                <a:cubicBezTo>
                  <a:pt x="884165" y="4616134"/>
                  <a:pt x="564298" y="3889508"/>
                  <a:pt x="193514" y="2847158"/>
                </a:cubicBezTo>
                <a:cubicBezTo>
                  <a:pt x="-177270" y="1804808"/>
                  <a:pt x="-88443" y="544650"/>
                  <a:pt x="1111706" y="0"/>
                </a:cubicBezTo>
                <a:close/>
              </a:path>
            </a:pathLst>
          </a:custGeom>
          <a:solidFill>
            <a:schemeClr val="tx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8" name="Title 1"/>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9" name="Subtitle 2"/>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5" name="Picture 4" descr="Yellow letters on a black background&#10;&#10;Description automatically generated">
            <a:extLst>
              <a:ext uri="{FF2B5EF4-FFF2-40B4-BE49-F238E27FC236}">
                <a16:creationId xmlns:a16="http://schemas.microsoft.com/office/drawing/2014/main" id="{91F0762A-972F-9C3E-834C-8E3C3A5A51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337430506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17">
    <p:bg>
      <p:bgPr>
        <a:solidFill>
          <a:schemeClr val="bg2"/>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D6BA0904-47B7-FD7D-8D8B-F49A5A9F7F11}"/>
              </a:ext>
            </a:extLst>
          </p:cNvPr>
          <p:cNvSpPr/>
          <p:nvPr userDrawn="1"/>
        </p:nvSpPr>
        <p:spPr>
          <a:xfrm rot="10800000">
            <a:off x="4332287" y="1393825"/>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3" name="Rectangle 8">
            <a:extLst>
              <a:ext uri="{FF2B5EF4-FFF2-40B4-BE49-F238E27FC236}">
                <a16:creationId xmlns:a16="http://schemas.microsoft.com/office/drawing/2014/main" id="{F9A97BBF-9399-153F-484A-01203F6DAD42}"/>
              </a:ext>
            </a:extLst>
          </p:cNvPr>
          <p:cNvSpPr/>
          <p:nvPr userDrawn="1"/>
        </p:nvSpPr>
        <p:spPr>
          <a:xfrm>
            <a:off x="-7938"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6" name="Title 1">
            <a:extLst>
              <a:ext uri="{FF2B5EF4-FFF2-40B4-BE49-F238E27FC236}">
                <a16:creationId xmlns:a16="http://schemas.microsoft.com/office/drawing/2014/main" id="{BA7DFF01-12F2-FCD5-AE18-6450A1F70231}"/>
              </a:ext>
            </a:extLst>
          </p:cNvPr>
          <p:cNvSpPr>
            <a:spLocks noGrp="1"/>
          </p:cNvSpPr>
          <p:nvPr>
            <p:ph type="ctrTitle"/>
          </p:nvPr>
        </p:nvSpPr>
        <p:spPr>
          <a:xfrm>
            <a:off x="426379" y="1916920"/>
            <a:ext cx="5349765" cy="1603933"/>
          </a:xfrm>
          <a:prstGeom prst="rect">
            <a:avLst/>
          </a:prstGeom>
        </p:spPr>
        <p:txBody>
          <a:bodyPr anchor="b"/>
          <a:lstStyle>
            <a:lvl1pPr algn="l">
              <a:defRPr sz="4000" b="0" i="0">
                <a:solidFill>
                  <a:schemeClr val="bg2"/>
                </a:solidFill>
                <a:latin typeface="+mj-lt"/>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5BE17CB9-DBB8-782B-FF7B-7A7F167A2429}"/>
              </a:ext>
            </a:extLst>
          </p:cNvPr>
          <p:cNvSpPr>
            <a:spLocks noGrp="1"/>
          </p:cNvSpPr>
          <p:nvPr>
            <p:ph type="subTitle" idx="1"/>
          </p:nvPr>
        </p:nvSpPr>
        <p:spPr>
          <a:xfrm>
            <a:off x="426379" y="3837576"/>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8" name="Picture 7" descr="Yellow letters on a black background&#10;&#10;Description automatically generated">
            <a:extLst>
              <a:ext uri="{FF2B5EF4-FFF2-40B4-BE49-F238E27FC236}">
                <a16:creationId xmlns:a16="http://schemas.microsoft.com/office/drawing/2014/main" id="{137522A2-2742-6C13-ADAB-7C5E513869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5" y="196497"/>
            <a:ext cx="2527329" cy="927100"/>
          </a:xfrm>
          <a:prstGeom prst="rect">
            <a:avLst/>
          </a:prstGeom>
        </p:spPr>
      </p:pic>
    </p:spTree>
    <p:extLst>
      <p:ext uri="{BB962C8B-B14F-4D97-AF65-F5344CB8AC3E}">
        <p14:creationId xmlns:p14="http://schemas.microsoft.com/office/powerpoint/2010/main" val="25525596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18">
    <p:bg>
      <p:bgPr>
        <a:solidFill>
          <a:schemeClr val="tx2"/>
        </a:solidFill>
        <a:effectLst/>
      </p:bgPr>
    </p:bg>
    <p:spTree>
      <p:nvGrpSpPr>
        <p:cNvPr id="1" name=""/>
        <p:cNvGrpSpPr/>
        <p:nvPr/>
      </p:nvGrpSpPr>
      <p:grpSpPr>
        <a:xfrm>
          <a:off x="0" y="0"/>
          <a:ext cx="0" cy="0"/>
          <a:chOff x="0" y="0"/>
          <a:chExt cx="0" cy="0"/>
        </a:xfrm>
      </p:grpSpPr>
      <p:pic>
        <p:nvPicPr>
          <p:cNvPr id="4" name="Picture 3" descr="A yellow line in a black background&#10;&#10;Description automatically generated">
            <a:extLst>
              <a:ext uri="{FF2B5EF4-FFF2-40B4-BE49-F238E27FC236}">
                <a16:creationId xmlns:a16="http://schemas.microsoft.com/office/drawing/2014/main" id="{7CFD59A8-E720-759B-01A5-C8AC101017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426379" y="1600228"/>
            <a:ext cx="5173717" cy="1363462"/>
          </a:xfrm>
        </p:spPr>
        <p:txBody>
          <a:bodyPr/>
          <a:lstStyle>
            <a:lvl1pPr>
              <a:defRPr>
                <a:solidFill>
                  <a:srgbClr val="FFD900"/>
                </a:solidFill>
              </a:defRPr>
            </a:lvl1pPr>
          </a:lstStyle>
          <a:p>
            <a:r>
              <a:rPr lang="en-GB"/>
              <a:t>Click to edit Master title style</a:t>
            </a:r>
            <a:endParaRPr lang="en-US"/>
          </a:p>
        </p:txBody>
      </p:sp>
      <p:sp>
        <p:nvSpPr>
          <p:cNvPr id="6" name="Rectangle 4">
            <a:extLst>
              <a:ext uri="{FF2B5EF4-FFF2-40B4-BE49-F238E27FC236}">
                <a16:creationId xmlns:a16="http://schemas.microsoft.com/office/drawing/2014/main" id="{9E68E71F-6D00-D379-4653-CFBC2E30BB86}"/>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7" name="Picture 3">
            <a:extLst>
              <a:ext uri="{FF2B5EF4-FFF2-40B4-BE49-F238E27FC236}">
                <a16:creationId xmlns:a16="http://schemas.microsoft.com/office/drawing/2014/main" id="{E49A7B10-8A9B-680E-847F-3CA2ACE5B07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E0BEC3F9-66C5-9650-180E-5EDD144E9CD9}"/>
              </a:ext>
            </a:extLst>
          </p:cNvPr>
          <p:cNvSpPr>
            <a:spLocks noGrp="1"/>
          </p:cNvSpPr>
          <p:nvPr>
            <p:ph type="subTitle" idx="1"/>
          </p:nvPr>
        </p:nvSpPr>
        <p:spPr>
          <a:xfrm>
            <a:off x="426379" y="3396212"/>
            <a:ext cx="4702977" cy="550370"/>
          </a:xfrm>
          <a:prstGeom prst="rect">
            <a:avLst/>
          </a:prstGeom>
        </p:spPr>
        <p:txBody>
          <a:bodyPr>
            <a:normAutofit/>
          </a:bodyPr>
          <a:lstStyle>
            <a:lvl1pPr marL="0" indent="0" algn="l">
              <a:buNone/>
              <a:defRPr sz="2000" b="1" i="0">
                <a:solidFill>
                  <a:schemeClr val="bg2"/>
                </a:solidFill>
                <a:latin typeface="Schibsted Grotesk" pitchFamily="2" charset="77"/>
                <a:cs typeface="Schibsted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7302937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FFF3C6"/>
        </a:solidFill>
        <a:effectLst/>
      </p:bgPr>
    </p:bg>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5B0D4205-817B-A73D-D0B9-263162C8CA33}"/>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5" name="Picture 3">
            <a:extLst>
              <a:ext uri="{FF2B5EF4-FFF2-40B4-BE49-F238E27FC236}">
                <a16:creationId xmlns:a16="http://schemas.microsoft.com/office/drawing/2014/main" id="{1A25AC7A-21C2-564D-EE08-90F80E9B47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bg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1CA9093C-4860-0A5F-D09B-77CD7531B9E6}"/>
              </a:ext>
            </a:extLst>
          </p:cNvPr>
          <p:cNvSpPr>
            <a:spLocks noGrp="1"/>
          </p:cNvSpPr>
          <p:nvPr>
            <p:ph type="sldNum" sz="quarter" idx="10"/>
          </p:nvPr>
        </p:nvSpPr>
        <p:spPr>
          <a:xfrm>
            <a:off x="285750" y="6291263"/>
            <a:ext cx="552450" cy="365125"/>
          </a:xfrm>
        </p:spPr>
        <p:txBody>
          <a:bodyPr/>
          <a:lstStyle>
            <a:lvl1pPr algn="l" eaLnBrk="1" fontAlgn="auto" hangingPunct="1">
              <a:spcBef>
                <a:spcPts val="0"/>
              </a:spcBef>
              <a:spcAft>
                <a:spcPts val="0"/>
              </a:spcAft>
              <a:defRPr kumimoji="0" lang="en-US" sz="1200" b="0" i="0" u="none" strike="noStrike" kern="1200" cap="none" spc="0" normalizeH="0" baseline="0" noProof="0">
                <a:ln>
                  <a:noFill/>
                </a:ln>
                <a:solidFill>
                  <a:srgbClr val="191D64"/>
                </a:solidFill>
                <a:effectLst/>
                <a:uLnTx/>
                <a:uFillTx/>
                <a:latin typeface="SCHIBSTED GROTESK BOLD" pitchFamily="2" charset="77"/>
                <a:ea typeface="+mn-ea"/>
                <a:cs typeface="SCHIBSTED GROTESK BOLD" pitchFamily="2" charset="77"/>
              </a:defRPr>
            </a:lvl1pPr>
          </a:lstStyle>
          <a:p>
            <a:pPr>
              <a:defRPr/>
            </a:pPr>
            <a:fld id="{BAEBC184-DD6B-B54D-B16F-E762A3DDCBD4}" type="slidenum">
              <a:rPr lang="en-GB" smtClean="0"/>
              <a:pPr>
                <a:defRPr/>
              </a:pPr>
              <a:t>‹#›</a:t>
            </a:fld>
            <a:endParaRPr lang="en-GB"/>
          </a:p>
        </p:txBody>
      </p:sp>
      <p:sp>
        <p:nvSpPr>
          <p:cNvPr id="7" name="Rectangle 8">
            <a:extLst>
              <a:ext uri="{FF2B5EF4-FFF2-40B4-BE49-F238E27FC236}">
                <a16:creationId xmlns:a16="http://schemas.microsoft.com/office/drawing/2014/main" id="{0EBED90F-1BAD-2988-7C88-775A9D37CA26}"/>
              </a:ext>
            </a:extLst>
          </p:cNvPr>
          <p:cNvSpPr/>
          <p:nvPr userDrawn="1"/>
        </p:nvSpPr>
        <p:spPr>
          <a:xfrm flipH="1">
            <a:off x="4332287" y="0"/>
            <a:ext cx="7859713" cy="546417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8" name="Date Placeholder 3">
            <a:extLst>
              <a:ext uri="{FF2B5EF4-FFF2-40B4-BE49-F238E27FC236}">
                <a16:creationId xmlns:a16="http://schemas.microsoft.com/office/drawing/2014/main" id="{D7541F4F-F6C8-2D81-C6BC-9449E7F68E40}"/>
              </a:ext>
            </a:extLst>
          </p:cNvPr>
          <p:cNvSpPr>
            <a:spLocks noGrp="1"/>
          </p:cNvSpPr>
          <p:nvPr>
            <p:ph type="dt" sz="half" idx="11"/>
          </p:nvPr>
        </p:nvSpPr>
        <p:spPr>
          <a:xfrm>
            <a:off x="838200" y="6292800"/>
            <a:ext cx="2743200" cy="365125"/>
          </a:xfr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3318922479"/>
      </p:ext>
    </p:extLst>
  </p:cSld>
  <p:clrMapOvr>
    <a:overrideClrMapping bg1="dk1" tx1="lt1" bg2="dk2" tx2="lt2" accent1="accent1" accent2="accent2" accent3="accent3" accent4="accent4" accent5="accent5" accent6="accent6" hlink="hlink" folHlink="folHlink"/>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chemeClr val="accent6"/>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2BA320D4-5D40-78D2-3B75-AFE26E63F8DA}"/>
              </a:ext>
            </a:extLst>
          </p:cNvPr>
          <p:cNvSpPr txBox="1">
            <a:spLocks/>
          </p:cNvSpPr>
          <p:nvPr userDrawn="1"/>
        </p:nvSpPr>
        <p:spPr>
          <a:xfrm>
            <a:off x="6051550" y="667439"/>
            <a:ext cx="6140450" cy="6210300"/>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solidFill>
            <a:schemeClr val="accent3"/>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4" name="Rectangle 4">
            <a:extLst>
              <a:ext uri="{FF2B5EF4-FFF2-40B4-BE49-F238E27FC236}">
                <a16:creationId xmlns:a16="http://schemas.microsoft.com/office/drawing/2014/main" id="{5B0D4205-817B-A73D-D0B9-263162C8CA33}"/>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5" name="Picture 3">
            <a:extLst>
              <a:ext uri="{FF2B5EF4-FFF2-40B4-BE49-F238E27FC236}">
                <a16:creationId xmlns:a16="http://schemas.microsoft.com/office/drawing/2014/main" id="{1A25AC7A-21C2-564D-EE08-90F80E9B47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tx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1CA9093C-4860-0A5F-D09B-77CD7531B9E6}"/>
              </a:ext>
            </a:extLst>
          </p:cNvPr>
          <p:cNvSpPr>
            <a:spLocks noGrp="1"/>
          </p:cNvSpPr>
          <p:nvPr>
            <p:ph type="sldNum" sz="quarter" idx="10"/>
          </p:nvPr>
        </p:nvSpPr>
        <p:spPr>
          <a:xfrm>
            <a:off x="285750" y="6291263"/>
            <a:ext cx="552450" cy="365125"/>
          </a:xfrm>
        </p:spPr>
        <p:txBody>
          <a:bodyPr/>
          <a:lstStyle>
            <a:lvl1pPr algn="l" eaLnBrk="1" fontAlgn="auto" hangingPunct="1">
              <a:spcBef>
                <a:spcPts val="0"/>
              </a:spcBef>
              <a:spcAft>
                <a:spcPts val="0"/>
              </a:spcAft>
              <a:defRPr sz="1200" b="0" i="0">
                <a:solidFill>
                  <a:schemeClr val="tx1"/>
                </a:solidFill>
                <a:latin typeface="Schibsted Grotesk Bold" pitchFamily="2" charset="77"/>
                <a:cs typeface="Schibsted Grotesk Bold" pitchFamily="2" charset="77"/>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AEBC184-DD6B-B54D-B16F-E762A3DDCBD4}" type="slidenum">
              <a:rPr kumimoji="0" lang="en-US" sz="1200" b="0" i="0" u="none" strike="noStrike" kern="1200" cap="none" spc="0" normalizeH="0" baseline="0" noProof="0">
                <a:ln>
                  <a:noFill/>
                </a:ln>
                <a:solidFill>
                  <a:srgbClr val="FFFFFF"/>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FFFFF"/>
              </a:solidFill>
              <a:effectLst/>
              <a:uLnTx/>
              <a:uFillTx/>
              <a:latin typeface="Schibsted Grotesk Bold" pitchFamily="2" charset="77"/>
              <a:ea typeface="+mn-ea"/>
              <a:cs typeface="Schibsted Grotesk Bold" pitchFamily="2" charset="77"/>
            </a:endParaRPr>
          </a:p>
        </p:txBody>
      </p:sp>
      <p:sp>
        <p:nvSpPr>
          <p:cNvPr id="7" name="Date Placeholder 3">
            <a:extLst>
              <a:ext uri="{FF2B5EF4-FFF2-40B4-BE49-F238E27FC236}">
                <a16:creationId xmlns:a16="http://schemas.microsoft.com/office/drawing/2014/main" id="{9666EFCE-D40F-83D0-3453-9CE89C9A81FA}"/>
              </a:ext>
            </a:extLst>
          </p:cNvPr>
          <p:cNvSpPr>
            <a:spLocks noGrp="1"/>
          </p:cNvSpPr>
          <p:nvPr>
            <p:ph type="dt" sz="half" idx="11"/>
          </p:nvPr>
        </p:nvSpPr>
        <p:spPr>
          <a:xfrm>
            <a:off x="838200" y="6292800"/>
            <a:ext cx="2743200" cy="365125"/>
          </a:xfrm>
        </p:spPr>
        <p:txBody>
          <a:bodyPr/>
          <a:lstStyle/>
          <a:p>
            <a:endParaRPr lang="en-GB"/>
          </a:p>
        </p:txBody>
      </p:sp>
    </p:spTree>
    <p:extLst>
      <p:ext uri="{BB962C8B-B14F-4D97-AF65-F5344CB8AC3E}">
        <p14:creationId xmlns:p14="http://schemas.microsoft.com/office/powerpoint/2010/main" val="124139253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06FD95FF-4053-4D94-DC6E-5E510FE3581A}"/>
              </a:ext>
            </a:extLst>
          </p:cNvPr>
          <p:cNvSpPr txBox="1">
            <a:spLocks/>
          </p:cNvSpPr>
          <p:nvPr userDrawn="1"/>
        </p:nvSpPr>
        <p:spPr>
          <a:xfrm flipH="1">
            <a:off x="-9525" y="-28575"/>
            <a:ext cx="6972300" cy="689133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38683 w 6096409"/>
              <a:gd name="connsiteY0" fmla="*/ 72693 h 6276293"/>
              <a:gd name="connsiteX1" fmla="*/ 5287527 w 6096409"/>
              <a:gd name="connsiteY1" fmla="*/ 650626 h 6276293"/>
              <a:gd name="connsiteX2" fmla="*/ 6096409 w 6096409"/>
              <a:gd name="connsiteY2" fmla="*/ 6276293 h 6276293"/>
              <a:gd name="connsiteX3" fmla="*/ 1525836 w 6096409"/>
              <a:gd name="connsiteY3" fmla="*/ 6255466 h 6276293"/>
              <a:gd name="connsiteX4" fmla="*/ 72998 w 6096409"/>
              <a:gd name="connsiteY4" fmla="*/ 2645491 h 6276293"/>
              <a:gd name="connsiteX5" fmla="*/ 1638683 w 6096409"/>
              <a:gd name="connsiteY5" fmla="*/ 72693 h 6276293"/>
              <a:gd name="connsiteX0" fmla="*/ 1641246 w 6098972"/>
              <a:gd name="connsiteY0" fmla="*/ 176561 h 6380161"/>
              <a:gd name="connsiteX1" fmla="*/ 5591887 w 6098972"/>
              <a:gd name="connsiteY1" fmla="*/ 216748 h 6380161"/>
              <a:gd name="connsiteX2" fmla="*/ 6098972 w 6098972"/>
              <a:gd name="connsiteY2" fmla="*/ 6380161 h 6380161"/>
              <a:gd name="connsiteX3" fmla="*/ 1528399 w 6098972"/>
              <a:gd name="connsiteY3" fmla="*/ 6359334 h 6380161"/>
              <a:gd name="connsiteX4" fmla="*/ 75561 w 6098972"/>
              <a:gd name="connsiteY4" fmla="*/ 2749359 h 6380161"/>
              <a:gd name="connsiteX5" fmla="*/ 1641246 w 6098972"/>
              <a:gd name="connsiteY5" fmla="*/ 176561 h 6380161"/>
              <a:gd name="connsiteX0" fmla="*/ 785215 w 6098947"/>
              <a:gd name="connsiteY0" fmla="*/ 193139 h 6330893"/>
              <a:gd name="connsiteX1" fmla="*/ 5591862 w 6098947"/>
              <a:gd name="connsiteY1" fmla="*/ 167480 h 6330893"/>
              <a:gd name="connsiteX2" fmla="*/ 6098947 w 6098947"/>
              <a:gd name="connsiteY2" fmla="*/ 6330893 h 6330893"/>
              <a:gd name="connsiteX3" fmla="*/ 1528374 w 6098947"/>
              <a:gd name="connsiteY3" fmla="*/ 6310066 h 6330893"/>
              <a:gd name="connsiteX4" fmla="*/ 75536 w 6098947"/>
              <a:gd name="connsiteY4" fmla="*/ 2700091 h 6330893"/>
              <a:gd name="connsiteX5" fmla="*/ 785215 w 6098947"/>
              <a:gd name="connsiteY5" fmla="*/ 193139 h 6330893"/>
              <a:gd name="connsiteX0" fmla="*/ 1077816 w 6391548"/>
              <a:gd name="connsiteY0" fmla="*/ 167153 h 6304907"/>
              <a:gd name="connsiteX1" fmla="*/ 5884463 w 6391548"/>
              <a:gd name="connsiteY1" fmla="*/ 141494 h 6304907"/>
              <a:gd name="connsiteX2" fmla="*/ 6391548 w 6391548"/>
              <a:gd name="connsiteY2" fmla="*/ 6304907 h 6304907"/>
              <a:gd name="connsiteX3" fmla="*/ 1820975 w 6391548"/>
              <a:gd name="connsiteY3" fmla="*/ 6284080 h 6304907"/>
              <a:gd name="connsiteX4" fmla="*/ 33417 w 6391548"/>
              <a:gd name="connsiteY4" fmla="*/ 2322923 h 6304907"/>
              <a:gd name="connsiteX5" fmla="*/ 1077816 w 6391548"/>
              <a:gd name="connsiteY5" fmla="*/ 167153 h 6304907"/>
              <a:gd name="connsiteX0" fmla="*/ 1052844 w 6366576"/>
              <a:gd name="connsiteY0" fmla="*/ 167153 h 6304907"/>
              <a:gd name="connsiteX1" fmla="*/ 5859491 w 6366576"/>
              <a:gd name="connsiteY1" fmla="*/ 141494 h 6304907"/>
              <a:gd name="connsiteX2" fmla="*/ 6366576 w 6366576"/>
              <a:gd name="connsiteY2" fmla="*/ 6304907 h 6304907"/>
              <a:gd name="connsiteX3" fmla="*/ 1329591 w 6366576"/>
              <a:gd name="connsiteY3" fmla="*/ 5965822 h 6304907"/>
              <a:gd name="connsiteX4" fmla="*/ 8445 w 6366576"/>
              <a:gd name="connsiteY4" fmla="*/ 2322923 h 6304907"/>
              <a:gd name="connsiteX5" fmla="*/ 1052844 w 6366576"/>
              <a:gd name="connsiteY5" fmla="*/ 167153 h 6304907"/>
              <a:gd name="connsiteX0" fmla="*/ 1052844 w 5859491"/>
              <a:gd name="connsiteY0" fmla="*/ 167153 h 5965822"/>
              <a:gd name="connsiteX1" fmla="*/ 5859491 w 5859491"/>
              <a:gd name="connsiteY1" fmla="*/ 141494 h 5965822"/>
              <a:gd name="connsiteX2" fmla="*/ 5027697 w 5859491"/>
              <a:gd name="connsiteY2" fmla="*/ 4993464 h 5965822"/>
              <a:gd name="connsiteX3" fmla="*/ 1329591 w 5859491"/>
              <a:gd name="connsiteY3" fmla="*/ 5965822 h 5965822"/>
              <a:gd name="connsiteX4" fmla="*/ 8445 w 5859491"/>
              <a:gd name="connsiteY4" fmla="*/ 2322923 h 5965822"/>
              <a:gd name="connsiteX5" fmla="*/ 1052844 w 5859491"/>
              <a:gd name="connsiteY5" fmla="*/ 167153 h 5965822"/>
              <a:gd name="connsiteX0" fmla="*/ 1052844 w 5867242"/>
              <a:gd name="connsiteY0" fmla="*/ 167153 h 5970188"/>
              <a:gd name="connsiteX1" fmla="*/ 5859491 w 5867242"/>
              <a:gd name="connsiteY1" fmla="*/ 141494 h 5970188"/>
              <a:gd name="connsiteX2" fmla="*/ 5867242 w 5867242"/>
              <a:gd name="connsiteY2" fmla="*/ 5970188 h 5970188"/>
              <a:gd name="connsiteX3" fmla="*/ 1329591 w 5867242"/>
              <a:gd name="connsiteY3" fmla="*/ 5965822 h 5970188"/>
              <a:gd name="connsiteX4" fmla="*/ 8445 w 5867242"/>
              <a:gd name="connsiteY4" fmla="*/ 2322923 h 5970188"/>
              <a:gd name="connsiteX5" fmla="*/ 1052844 w 5867242"/>
              <a:gd name="connsiteY5" fmla="*/ 167153 h 5970188"/>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052844 w 5867242"/>
              <a:gd name="connsiteY0" fmla="*/ 25659 h 5828694"/>
              <a:gd name="connsiteX1" fmla="*/ 5859491 w 5867242"/>
              <a:gd name="connsiteY1" fmla="*/ 0 h 5828694"/>
              <a:gd name="connsiteX2" fmla="*/ 5867242 w 5867242"/>
              <a:gd name="connsiteY2" fmla="*/ 5828694 h 5828694"/>
              <a:gd name="connsiteX3" fmla="*/ 1329591 w 5867242"/>
              <a:gd name="connsiteY3" fmla="*/ 5824328 h 5828694"/>
              <a:gd name="connsiteX4" fmla="*/ 8445 w 5867242"/>
              <a:gd name="connsiteY4" fmla="*/ 2181429 h 5828694"/>
              <a:gd name="connsiteX5" fmla="*/ 1052844 w 5867242"/>
              <a:gd name="connsiteY5" fmla="*/ 25659 h 5828694"/>
              <a:gd name="connsiteX0" fmla="*/ 1110378 w 5924776"/>
              <a:gd name="connsiteY0" fmla="*/ 25659 h 5828694"/>
              <a:gd name="connsiteX1" fmla="*/ 5917025 w 5924776"/>
              <a:gd name="connsiteY1" fmla="*/ 0 h 5828694"/>
              <a:gd name="connsiteX2" fmla="*/ 5924776 w 5924776"/>
              <a:gd name="connsiteY2" fmla="*/ 5828694 h 5828694"/>
              <a:gd name="connsiteX3" fmla="*/ 1387125 w 5924776"/>
              <a:gd name="connsiteY3" fmla="*/ 5824328 h 5828694"/>
              <a:gd name="connsiteX4" fmla="*/ 65979 w 5924776"/>
              <a:gd name="connsiteY4" fmla="*/ 2181429 h 5828694"/>
              <a:gd name="connsiteX5" fmla="*/ 1110378 w 5924776"/>
              <a:gd name="connsiteY5" fmla="*/ 25659 h 5828694"/>
              <a:gd name="connsiteX0" fmla="*/ 1086070 w 5900468"/>
              <a:gd name="connsiteY0" fmla="*/ 25659 h 5828694"/>
              <a:gd name="connsiteX1" fmla="*/ 5892717 w 5900468"/>
              <a:gd name="connsiteY1" fmla="*/ 0 h 5828694"/>
              <a:gd name="connsiteX2" fmla="*/ 5900468 w 5900468"/>
              <a:gd name="connsiteY2" fmla="*/ 5828694 h 5828694"/>
              <a:gd name="connsiteX3" fmla="*/ 1362817 w 5900468"/>
              <a:gd name="connsiteY3" fmla="*/ 5824328 h 5828694"/>
              <a:gd name="connsiteX4" fmla="*/ 69107 w 5900468"/>
              <a:gd name="connsiteY4" fmla="*/ 2351532 h 5828694"/>
              <a:gd name="connsiteX5" fmla="*/ 1086070 w 5900468"/>
              <a:gd name="connsiteY5" fmla="*/ 25659 h 5828694"/>
              <a:gd name="connsiteX0" fmla="*/ 1094837 w 5909235"/>
              <a:gd name="connsiteY0" fmla="*/ 25659 h 5828694"/>
              <a:gd name="connsiteX1" fmla="*/ 5901484 w 5909235"/>
              <a:gd name="connsiteY1" fmla="*/ 0 h 5828694"/>
              <a:gd name="connsiteX2" fmla="*/ 5909235 w 5909235"/>
              <a:gd name="connsiteY2" fmla="*/ 5828694 h 5828694"/>
              <a:gd name="connsiteX3" fmla="*/ 1371584 w 5909235"/>
              <a:gd name="connsiteY3" fmla="*/ 5824328 h 5828694"/>
              <a:gd name="connsiteX4" fmla="*/ 77874 w 5909235"/>
              <a:gd name="connsiteY4" fmla="*/ 2351532 h 5828694"/>
              <a:gd name="connsiteX5" fmla="*/ 1094837 w 5909235"/>
              <a:gd name="connsiteY5" fmla="*/ 25659 h 5828694"/>
              <a:gd name="connsiteX0" fmla="*/ 1070930 w 5885328"/>
              <a:gd name="connsiteY0" fmla="*/ 25659 h 5828694"/>
              <a:gd name="connsiteX1" fmla="*/ 5877577 w 5885328"/>
              <a:gd name="connsiteY1" fmla="*/ 0 h 5828694"/>
              <a:gd name="connsiteX2" fmla="*/ 5885328 w 5885328"/>
              <a:gd name="connsiteY2" fmla="*/ 5828694 h 5828694"/>
              <a:gd name="connsiteX3" fmla="*/ 1347677 w 5885328"/>
              <a:gd name="connsiteY3" fmla="*/ 5824328 h 5828694"/>
              <a:gd name="connsiteX4" fmla="*/ 81403 w 5885328"/>
              <a:gd name="connsiteY4" fmla="*/ 2505174 h 5828694"/>
              <a:gd name="connsiteX5" fmla="*/ 1070930 w 5885328"/>
              <a:gd name="connsiteY5" fmla="*/ 25659 h 5828694"/>
              <a:gd name="connsiteX0" fmla="*/ 1095835 w 5910233"/>
              <a:gd name="connsiteY0" fmla="*/ 25659 h 5828694"/>
              <a:gd name="connsiteX1" fmla="*/ 5902482 w 5910233"/>
              <a:gd name="connsiteY1" fmla="*/ 0 h 5828694"/>
              <a:gd name="connsiteX2" fmla="*/ 5910233 w 5910233"/>
              <a:gd name="connsiteY2" fmla="*/ 5828694 h 5828694"/>
              <a:gd name="connsiteX3" fmla="*/ 1372582 w 5910233"/>
              <a:gd name="connsiteY3" fmla="*/ 5824328 h 5828694"/>
              <a:gd name="connsiteX4" fmla="*/ 106308 w 5910233"/>
              <a:gd name="connsiteY4" fmla="*/ 2505174 h 5828694"/>
              <a:gd name="connsiteX5" fmla="*/ 1095835 w 5910233"/>
              <a:gd name="connsiteY5" fmla="*/ 25659 h 5828694"/>
              <a:gd name="connsiteX0" fmla="*/ 1025203 w 5812165"/>
              <a:gd name="connsiteY0" fmla="*/ 0 h 5830471"/>
              <a:gd name="connsiteX1" fmla="*/ 5804414 w 5812165"/>
              <a:gd name="connsiteY1" fmla="*/ 1777 h 5830471"/>
              <a:gd name="connsiteX2" fmla="*/ 5812165 w 5812165"/>
              <a:gd name="connsiteY2" fmla="*/ 5830471 h 5830471"/>
              <a:gd name="connsiteX3" fmla="*/ 1274514 w 5812165"/>
              <a:gd name="connsiteY3" fmla="*/ 5826105 h 5830471"/>
              <a:gd name="connsiteX4" fmla="*/ 8240 w 5812165"/>
              <a:gd name="connsiteY4" fmla="*/ 2506951 h 5830471"/>
              <a:gd name="connsiteX5" fmla="*/ 1025203 w 5812165"/>
              <a:gd name="connsiteY5" fmla="*/ 0 h 5830471"/>
              <a:gd name="connsiteX0" fmla="*/ 1043591 w 5830553"/>
              <a:gd name="connsiteY0" fmla="*/ 0 h 5830471"/>
              <a:gd name="connsiteX1" fmla="*/ 5822802 w 5830553"/>
              <a:gd name="connsiteY1" fmla="*/ 1777 h 5830471"/>
              <a:gd name="connsiteX2" fmla="*/ 5830553 w 5830553"/>
              <a:gd name="connsiteY2" fmla="*/ 5830471 h 5830471"/>
              <a:gd name="connsiteX3" fmla="*/ 1292902 w 5830553"/>
              <a:gd name="connsiteY3" fmla="*/ 5826105 h 5830471"/>
              <a:gd name="connsiteX4" fmla="*/ 26628 w 5830553"/>
              <a:gd name="connsiteY4" fmla="*/ 2506951 h 5830471"/>
              <a:gd name="connsiteX5" fmla="*/ 1043591 w 5830553"/>
              <a:gd name="connsiteY5" fmla="*/ 0 h 5830471"/>
              <a:gd name="connsiteX0" fmla="*/ 1104951 w 5891913"/>
              <a:gd name="connsiteY0" fmla="*/ 0 h 5830471"/>
              <a:gd name="connsiteX1" fmla="*/ 5884162 w 5891913"/>
              <a:gd name="connsiteY1" fmla="*/ 1777 h 5830471"/>
              <a:gd name="connsiteX2" fmla="*/ 5891913 w 5891913"/>
              <a:gd name="connsiteY2" fmla="*/ 5830471 h 5830471"/>
              <a:gd name="connsiteX3" fmla="*/ 1354262 w 5891913"/>
              <a:gd name="connsiteY3" fmla="*/ 5826105 h 5830471"/>
              <a:gd name="connsiteX4" fmla="*/ 87988 w 5891913"/>
              <a:gd name="connsiteY4" fmla="*/ 2506951 h 5830471"/>
              <a:gd name="connsiteX5" fmla="*/ 1104951 w 5891913"/>
              <a:gd name="connsiteY5" fmla="*/ 0 h 5830471"/>
              <a:gd name="connsiteX0" fmla="*/ 795815 w 5582777"/>
              <a:gd name="connsiteY0" fmla="*/ 0 h 5830471"/>
              <a:gd name="connsiteX1" fmla="*/ 5575026 w 5582777"/>
              <a:gd name="connsiteY1" fmla="*/ 1777 h 5830471"/>
              <a:gd name="connsiteX2" fmla="*/ 5582777 w 5582777"/>
              <a:gd name="connsiteY2" fmla="*/ 5830471 h 5830471"/>
              <a:gd name="connsiteX3" fmla="*/ 1045126 w 5582777"/>
              <a:gd name="connsiteY3" fmla="*/ 5826105 h 5830471"/>
              <a:gd name="connsiteX4" fmla="*/ 239778 w 5582777"/>
              <a:gd name="connsiteY4" fmla="*/ 2726439 h 5830471"/>
              <a:gd name="connsiteX5" fmla="*/ 795815 w 5582777"/>
              <a:gd name="connsiteY5" fmla="*/ 0 h 5830471"/>
              <a:gd name="connsiteX0" fmla="*/ 823831 w 5610793"/>
              <a:gd name="connsiteY0" fmla="*/ 0 h 5830471"/>
              <a:gd name="connsiteX1" fmla="*/ 5603042 w 5610793"/>
              <a:gd name="connsiteY1" fmla="*/ 1777 h 5830471"/>
              <a:gd name="connsiteX2" fmla="*/ 5610793 w 5610793"/>
              <a:gd name="connsiteY2" fmla="*/ 5830471 h 5830471"/>
              <a:gd name="connsiteX3" fmla="*/ 1073142 w 5610793"/>
              <a:gd name="connsiteY3" fmla="*/ 5826105 h 5830471"/>
              <a:gd name="connsiteX4" fmla="*/ 267794 w 5610793"/>
              <a:gd name="connsiteY4" fmla="*/ 2726439 h 5830471"/>
              <a:gd name="connsiteX5" fmla="*/ 823831 w 5610793"/>
              <a:gd name="connsiteY5" fmla="*/ 0 h 5830471"/>
              <a:gd name="connsiteX0" fmla="*/ 1067622 w 5854584"/>
              <a:gd name="connsiteY0" fmla="*/ 0 h 5830471"/>
              <a:gd name="connsiteX1" fmla="*/ 5846833 w 5854584"/>
              <a:gd name="connsiteY1" fmla="*/ 1777 h 5830471"/>
              <a:gd name="connsiteX2" fmla="*/ 5854584 w 5854584"/>
              <a:gd name="connsiteY2" fmla="*/ 5830471 h 5830471"/>
              <a:gd name="connsiteX3" fmla="*/ 1316933 w 5854584"/>
              <a:gd name="connsiteY3" fmla="*/ 5826105 h 5830471"/>
              <a:gd name="connsiteX4" fmla="*/ 138455 w 5854584"/>
              <a:gd name="connsiteY4" fmla="*/ 2726439 h 5830471"/>
              <a:gd name="connsiteX5" fmla="*/ 1067622 w 5854584"/>
              <a:gd name="connsiteY5" fmla="*/ 0 h 5830471"/>
              <a:gd name="connsiteX0" fmla="*/ 1118785 w 5905747"/>
              <a:gd name="connsiteY0" fmla="*/ 0 h 5830471"/>
              <a:gd name="connsiteX1" fmla="*/ 5897996 w 5905747"/>
              <a:gd name="connsiteY1" fmla="*/ 1777 h 5830471"/>
              <a:gd name="connsiteX2" fmla="*/ 5905747 w 5905747"/>
              <a:gd name="connsiteY2" fmla="*/ 5830471 h 5830471"/>
              <a:gd name="connsiteX3" fmla="*/ 1368096 w 5905747"/>
              <a:gd name="connsiteY3" fmla="*/ 5826105 h 5830471"/>
              <a:gd name="connsiteX4" fmla="*/ 189618 w 5905747"/>
              <a:gd name="connsiteY4" fmla="*/ 2726439 h 5830471"/>
              <a:gd name="connsiteX5" fmla="*/ 1118785 w 5905747"/>
              <a:gd name="connsiteY5" fmla="*/ 0 h 5830471"/>
              <a:gd name="connsiteX0" fmla="*/ 1110524 w 5897486"/>
              <a:gd name="connsiteY0" fmla="*/ 0 h 5830471"/>
              <a:gd name="connsiteX1" fmla="*/ 5889735 w 5897486"/>
              <a:gd name="connsiteY1" fmla="*/ 1777 h 5830471"/>
              <a:gd name="connsiteX2" fmla="*/ 5897486 w 5897486"/>
              <a:gd name="connsiteY2" fmla="*/ 5830471 h 5830471"/>
              <a:gd name="connsiteX3" fmla="*/ 1359835 w 5897486"/>
              <a:gd name="connsiteY3" fmla="*/ 5826105 h 5830471"/>
              <a:gd name="connsiteX4" fmla="*/ 192332 w 5897486"/>
              <a:gd name="connsiteY4" fmla="*/ 2847158 h 5830471"/>
              <a:gd name="connsiteX5" fmla="*/ 1110524 w 5897486"/>
              <a:gd name="connsiteY5" fmla="*/ 0 h 5830471"/>
              <a:gd name="connsiteX0" fmla="*/ 1058315 w 5845277"/>
              <a:gd name="connsiteY0" fmla="*/ 0 h 5830471"/>
              <a:gd name="connsiteX1" fmla="*/ 5837526 w 5845277"/>
              <a:gd name="connsiteY1" fmla="*/ 1777 h 5830471"/>
              <a:gd name="connsiteX2" fmla="*/ 5845277 w 5845277"/>
              <a:gd name="connsiteY2" fmla="*/ 5830471 h 5830471"/>
              <a:gd name="connsiteX3" fmla="*/ 1307626 w 5845277"/>
              <a:gd name="connsiteY3" fmla="*/ 5826105 h 5830471"/>
              <a:gd name="connsiteX4" fmla="*/ 140123 w 5845277"/>
              <a:gd name="connsiteY4" fmla="*/ 2847158 h 5830471"/>
              <a:gd name="connsiteX5" fmla="*/ 1058315 w 5845277"/>
              <a:gd name="connsiteY5" fmla="*/ 0 h 5830471"/>
              <a:gd name="connsiteX0" fmla="*/ 1111706 w 5898668"/>
              <a:gd name="connsiteY0" fmla="*/ 0 h 5830471"/>
              <a:gd name="connsiteX1" fmla="*/ 5890917 w 5898668"/>
              <a:gd name="connsiteY1" fmla="*/ 1777 h 5830471"/>
              <a:gd name="connsiteX2" fmla="*/ 5898668 w 5898668"/>
              <a:gd name="connsiteY2" fmla="*/ 5830471 h 5830471"/>
              <a:gd name="connsiteX3" fmla="*/ 1361017 w 5898668"/>
              <a:gd name="connsiteY3" fmla="*/ 5826105 h 5830471"/>
              <a:gd name="connsiteX4" fmla="*/ 193514 w 5898668"/>
              <a:gd name="connsiteY4" fmla="*/ 2847158 h 5830471"/>
              <a:gd name="connsiteX5" fmla="*/ 1111706 w 5898668"/>
              <a:gd name="connsiteY5" fmla="*/ 0 h 583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8668" h="5830471">
                <a:moveTo>
                  <a:pt x="1111706" y="0"/>
                </a:moveTo>
                <a:lnTo>
                  <a:pt x="5890917" y="1777"/>
                </a:lnTo>
                <a:cubicBezTo>
                  <a:pt x="5893501" y="1944675"/>
                  <a:pt x="5896084" y="3887573"/>
                  <a:pt x="5898668" y="5830471"/>
                </a:cubicBezTo>
                <a:lnTo>
                  <a:pt x="1361017" y="5826105"/>
                </a:lnTo>
                <a:cubicBezTo>
                  <a:pt x="884165" y="4616134"/>
                  <a:pt x="564298" y="3889508"/>
                  <a:pt x="193514" y="2847158"/>
                </a:cubicBezTo>
                <a:cubicBezTo>
                  <a:pt x="-177270" y="1804808"/>
                  <a:pt x="-88443" y="544650"/>
                  <a:pt x="1111706" y="0"/>
                </a:cubicBezTo>
                <a:close/>
              </a:path>
            </a:pathLst>
          </a:custGeom>
          <a:solidFill>
            <a:schemeClr val="bg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4" name="Rectangle 4">
            <a:extLst>
              <a:ext uri="{FF2B5EF4-FFF2-40B4-BE49-F238E27FC236}">
                <a16:creationId xmlns:a16="http://schemas.microsoft.com/office/drawing/2014/main" id="{F73B19E6-8882-0F1B-37A5-F3A3B1D5BE08}"/>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5" name="Picture 7">
            <a:extLst>
              <a:ext uri="{FF2B5EF4-FFF2-40B4-BE49-F238E27FC236}">
                <a16:creationId xmlns:a16="http://schemas.microsoft.com/office/drawing/2014/main" id="{346E89B6-A840-8D77-0926-E2B4146DE9E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tx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7C4177CF-C942-8C59-43AC-F94BD96D68D7}"/>
              </a:ext>
            </a:extLst>
          </p:cNvPr>
          <p:cNvSpPr>
            <a:spLocks noGrp="1"/>
          </p:cNvSpPr>
          <p:nvPr>
            <p:ph type="sldNum" sz="quarter" idx="10"/>
          </p:nvPr>
        </p:nvSpPr>
        <p:spPr>
          <a:xfrm>
            <a:off x="285750" y="6291263"/>
            <a:ext cx="552450" cy="365125"/>
          </a:xfrm>
        </p:spPr>
        <p:txBody>
          <a:bodyPr/>
          <a:lstStyle>
            <a:lvl1pPr algn="l" eaLnBrk="1" fontAlgn="auto" hangingPunct="1">
              <a:spcBef>
                <a:spcPts val="0"/>
              </a:spcBef>
              <a:spcAft>
                <a:spcPts val="0"/>
              </a:spcAft>
              <a:defRPr sz="1200" b="0" i="0">
                <a:solidFill>
                  <a:schemeClr val="tx1"/>
                </a:solidFill>
                <a:latin typeface="Schibsted Grotesk Bold" pitchFamily="2" charset="77"/>
                <a:cs typeface="Schibsted Grotesk Bold" pitchFamily="2" charset="77"/>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E430233-AA30-E24D-A5FA-60F8495EE7B5}" type="slidenum">
              <a:rPr kumimoji="0" lang="en-US" sz="1200" b="0" i="0" u="none" strike="noStrike" kern="1200" cap="none" spc="0" normalizeH="0" baseline="0" noProof="0">
                <a:ln>
                  <a:noFill/>
                </a:ln>
                <a:solidFill>
                  <a:srgbClr val="FFFFFF"/>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FFFFF"/>
              </a:solidFill>
              <a:effectLst/>
              <a:uLnTx/>
              <a:uFillTx/>
              <a:latin typeface="Schibsted Grotesk Bold" pitchFamily="2" charset="77"/>
              <a:ea typeface="+mn-ea"/>
              <a:cs typeface="Schibsted Grotesk Bold" pitchFamily="2" charset="77"/>
            </a:endParaRPr>
          </a:p>
        </p:txBody>
      </p:sp>
      <p:sp>
        <p:nvSpPr>
          <p:cNvPr id="2" name="Date Placeholder 3">
            <a:extLst>
              <a:ext uri="{FF2B5EF4-FFF2-40B4-BE49-F238E27FC236}">
                <a16:creationId xmlns:a16="http://schemas.microsoft.com/office/drawing/2014/main" id="{F76B7F34-8BEA-1A4C-A73B-068108565173}"/>
              </a:ext>
            </a:extLst>
          </p:cNvPr>
          <p:cNvSpPr>
            <a:spLocks noGrp="1"/>
          </p:cNvSpPr>
          <p:nvPr>
            <p:ph type="dt" sz="half" idx="11"/>
          </p:nvPr>
        </p:nvSpPr>
        <p:spPr>
          <a:xfrm>
            <a:off x="838200" y="6292800"/>
            <a:ext cx="2743200" cy="365125"/>
          </a:xfrm>
        </p:spPr>
        <p:txBody>
          <a:bodyPr/>
          <a:lstStyle/>
          <a:p>
            <a:endParaRPr lang="en-GB"/>
          </a:p>
        </p:txBody>
      </p:sp>
    </p:spTree>
    <p:extLst>
      <p:ext uri="{BB962C8B-B14F-4D97-AF65-F5344CB8AC3E}">
        <p14:creationId xmlns:p14="http://schemas.microsoft.com/office/powerpoint/2010/main" val="1231780252"/>
      </p:ext>
    </p:extLst>
  </p:cSld>
  <p:clrMapOvr>
    <a:overrideClrMapping bg1="dk1" tx1="lt1" bg2="dk2" tx2="lt2" accent1="accent1" accent2="accent2" accent3="accent3" accent4="accent4" accent5="accent5" accent6="accent6" hlink="hlink" folHlink="folHlink"/>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FFF3C6"/>
        </a:solidFill>
        <a:effectLst/>
      </p:bgPr>
    </p:bg>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1CAD12DC-A739-1FD9-2F45-E83EB5002C7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5575" y="615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Picture Placeholder 4"/>
          <p:cNvSpPr>
            <a:spLocks noGrp="1"/>
          </p:cNvSpPr>
          <p:nvPr>
            <p:ph type="pic" sz="quarter" idx="10"/>
          </p:nvPr>
        </p:nvSpPr>
        <p:spPr>
          <a:xfrm>
            <a:off x="5129356" y="-7443"/>
            <a:ext cx="7075779" cy="6865443"/>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5779" h="6886269">
                <a:moveTo>
                  <a:pt x="1359187" y="0"/>
                </a:moveTo>
                <a:lnTo>
                  <a:pt x="7055504" y="8040"/>
                </a:lnTo>
                <a:cubicBezTo>
                  <a:pt x="7062262" y="2300783"/>
                  <a:pt x="7069021" y="4593526"/>
                  <a:pt x="7075779" y="6886269"/>
                </a:cubicBezTo>
                <a:lnTo>
                  <a:pt x="0" y="6884231"/>
                </a:lnTo>
                <a:cubicBezTo>
                  <a:pt x="800803" y="4835017"/>
                  <a:pt x="1012724" y="4088015"/>
                  <a:pt x="1378044" y="3086366"/>
                </a:cubicBezTo>
                <a:cubicBezTo>
                  <a:pt x="1743364" y="2084717"/>
                  <a:pt x="1964635" y="1220855"/>
                  <a:pt x="1359187" y="0"/>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US" noProof="0"/>
              <a:t>Click icon to add picture</a:t>
            </a:r>
          </a:p>
        </p:txBody>
      </p:sp>
      <p:sp>
        <p:nvSpPr>
          <p:cNvPr id="5"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tx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9AFA332C-F655-7610-C36A-F3996FC73AB2}"/>
              </a:ext>
            </a:extLst>
          </p:cNvPr>
          <p:cNvSpPr>
            <a:spLocks noGrp="1"/>
          </p:cNvSpPr>
          <p:nvPr>
            <p:ph type="sldNum" sz="quarter" idx="11"/>
          </p:nvPr>
        </p:nvSpPr>
        <p:spPr>
          <a:xfrm>
            <a:off x="285750" y="6291263"/>
            <a:ext cx="552450" cy="365125"/>
          </a:xfrm>
        </p:spPr>
        <p:txBody>
          <a:bodyPr vert="horz" lIns="91440" tIns="45720" rIns="91440" bIns="45720" rtlCol="0" anchor="ctr"/>
          <a:lstStyle>
            <a:lvl1pPr>
              <a:defRPr lang="en-US" b="0" i="0">
                <a:solidFill>
                  <a:schemeClr val="tx1"/>
                </a:solidFill>
                <a:latin typeface="SCHIBSTED GROTESK BOLD" pitchFamily="2" charset="77"/>
                <a:cs typeface="SCHIBSTED GROTESK BOLD" pitchFamily="2" charset="77"/>
              </a:defRPr>
            </a:lvl1pPr>
          </a:lstStyle>
          <a:p>
            <a:pPr eaLnBrk="0" fontAlgn="base" hangingPunct="0">
              <a:spcBef>
                <a:spcPct val="0"/>
              </a:spcBef>
              <a:spcAft>
                <a:spcPct val="0"/>
              </a:spcAft>
              <a:defRPr/>
            </a:pPr>
            <a:fld id="{7B64B941-4F95-CD49-8C5B-59AD920AF5F7}" type="slidenum">
              <a:rPr lang="en-GB" smtClean="0"/>
              <a:pPr eaLnBrk="0" fontAlgn="base" hangingPunct="0">
                <a:spcBef>
                  <a:spcPct val="0"/>
                </a:spcBef>
                <a:spcAft>
                  <a:spcPct val="0"/>
                </a:spcAft>
                <a:defRPr/>
              </a:pPr>
              <a:t>‹#›</a:t>
            </a:fld>
            <a:endParaRPr lang="en-GB"/>
          </a:p>
        </p:txBody>
      </p:sp>
      <p:sp>
        <p:nvSpPr>
          <p:cNvPr id="2" name="Date Placeholder 3">
            <a:extLst>
              <a:ext uri="{FF2B5EF4-FFF2-40B4-BE49-F238E27FC236}">
                <a16:creationId xmlns:a16="http://schemas.microsoft.com/office/drawing/2014/main" id="{15283D95-ADD0-9A46-189A-AB0BC3D291BF}"/>
              </a:ext>
            </a:extLst>
          </p:cNvPr>
          <p:cNvSpPr>
            <a:spLocks noGrp="1"/>
          </p:cNvSpPr>
          <p:nvPr>
            <p:ph type="dt" sz="half" idx="12"/>
          </p:nvPr>
        </p:nvSpPr>
        <p:spPr>
          <a:xfrm>
            <a:off x="838200" y="6292800"/>
            <a:ext cx="2743200" cy="365125"/>
          </a:xfrm>
        </p:spPr>
        <p:txBody>
          <a:bodyPr/>
          <a:lstStyle/>
          <a:p>
            <a:endParaRPr lang="en-GB"/>
          </a:p>
        </p:txBody>
      </p:sp>
    </p:spTree>
    <p:extLst>
      <p:ext uri="{BB962C8B-B14F-4D97-AF65-F5344CB8AC3E}">
        <p14:creationId xmlns:p14="http://schemas.microsoft.com/office/powerpoint/2010/main" val="4200589213"/>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bg>
      <p:bgPr>
        <a:solidFill>
          <a:schemeClr val="accent6"/>
        </a:solidFill>
        <a:effectLst/>
      </p:bgPr>
    </p:bg>
    <p:spTree>
      <p:nvGrpSpPr>
        <p:cNvPr id="1" name=""/>
        <p:cNvGrpSpPr/>
        <p:nvPr/>
      </p:nvGrpSpPr>
      <p:grpSpPr>
        <a:xfrm>
          <a:off x="0" y="0"/>
          <a:ext cx="0" cy="0"/>
          <a:chOff x="0" y="0"/>
          <a:chExt cx="0" cy="0"/>
        </a:xfrm>
      </p:grpSpPr>
      <p:pic>
        <p:nvPicPr>
          <p:cNvPr id="3" name="Picture 2" descr="Yellow letters on a black background&#10;&#10;Description automatically generated">
            <a:extLst>
              <a:ext uri="{FF2B5EF4-FFF2-40B4-BE49-F238E27FC236}">
                <a16:creationId xmlns:a16="http://schemas.microsoft.com/office/drawing/2014/main" id="{1D3E253A-A7DF-4BF0-87C9-F7F18F503E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575" y="82558"/>
            <a:ext cx="1973394" cy="723900"/>
          </a:xfrm>
          <a:prstGeom prst="rect">
            <a:avLst/>
          </a:prstGeom>
        </p:spPr>
      </p:pic>
      <p:sp>
        <p:nvSpPr>
          <p:cNvPr id="12" name="Picture Placeholder 4"/>
          <p:cNvSpPr>
            <a:spLocks noGrp="1"/>
          </p:cNvSpPr>
          <p:nvPr>
            <p:ph type="pic" sz="quarter" idx="10"/>
          </p:nvPr>
        </p:nvSpPr>
        <p:spPr>
          <a:xfrm>
            <a:off x="6064847" y="668293"/>
            <a:ext cx="6140288" cy="6210534"/>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2"/>
                </a:solidFill>
                <a:latin typeface="Schibsted Grotesk Bold" pitchFamily="2" charset="77"/>
                <a:cs typeface="Schibsted Grotesk Bold" pitchFamily="2" charset="77"/>
              </a:defRPr>
            </a:lvl1pPr>
          </a:lstStyle>
          <a:p>
            <a:pPr lvl="0"/>
            <a:r>
              <a:rPr lang="en-US" noProof="0"/>
              <a:t>Click icon to add picture</a:t>
            </a:r>
          </a:p>
        </p:txBody>
      </p:sp>
      <p:sp>
        <p:nvSpPr>
          <p:cNvPr id="13"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bg2"/>
                </a:solidFill>
              </a:defRPr>
            </a:lvl1pPr>
          </a:lstStyle>
          <a:p>
            <a:pPr lvl="0"/>
            <a:r>
              <a:rPr lang="en-GB" altLang="en-US"/>
              <a:t>Divider title</a:t>
            </a:r>
            <a:endParaRPr lang="en-US" altLang="en-US"/>
          </a:p>
        </p:txBody>
      </p:sp>
      <p:sp>
        <p:nvSpPr>
          <p:cNvPr id="5" name="Slide Number Placeholder 5">
            <a:extLst>
              <a:ext uri="{FF2B5EF4-FFF2-40B4-BE49-F238E27FC236}">
                <a16:creationId xmlns:a16="http://schemas.microsoft.com/office/drawing/2014/main" id="{E302A9EF-B8BC-C694-9484-8FE905D6B6F5}"/>
              </a:ext>
            </a:extLst>
          </p:cNvPr>
          <p:cNvSpPr>
            <a:spLocks noGrp="1"/>
          </p:cNvSpPr>
          <p:nvPr>
            <p:ph type="sldNum" sz="quarter" idx="11"/>
          </p:nvPr>
        </p:nvSpPr>
        <p:spPr>
          <a:xfrm>
            <a:off x="285750" y="6291263"/>
            <a:ext cx="552450" cy="365125"/>
          </a:xfrm>
        </p:spPr>
        <p:txBody>
          <a:bodyPr vert="horz" lIns="91440" tIns="45720" rIns="91440" bIns="45720" rtlCol="0" anchor="ctr"/>
          <a:lstStyle>
            <a:lvl1pPr>
              <a:defRPr lang="en-US" b="0" i="0" smtClean="0">
                <a:solidFill>
                  <a:schemeClr val="bg1"/>
                </a:solidFill>
                <a:latin typeface="SCHIBSTED GROTESK BOLD" pitchFamily="2" charset="77"/>
                <a:cs typeface="SCHIBSTED GROTESK BOLD" pitchFamily="2" charset="77"/>
              </a:defRPr>
            </a:lvl1pPr>
          </a:lstStyle>
          <a:p>
            <a:pPr eaLnBrk="0" fontAlgn="base" hangingPunct="0">
              <a:spcBef>
                <a:spcPct val="0"/>
              </a:spcBef>
              <a:spcAft>
                <a:spcPct val="0"/>
              </a:spcAft>
            </a:pPr>
            <a:fld id="{34C2D65D-81CC-5C47-B53C-F1472E09BB49}" type="slidenum">
              <a:rPr lang="en-GB" smtClean="0"/>
              <a:pPr eaLnBrk="0" fontAlgn="base" hangingPunct="0">
                <a:spcBef>
                  <a:spcPct val="0"/>
                </a:spcBef>
                <a:spcAft>
                  <a:spcPct val="0"/>
                </a:spcAft>
              </a:pPr>
              <a:t>‹#›</a:t>
            </a:fld>
            <a:endParaRPr lang="en-GB"/>
          </a:p>
        </p:txBody>
      </p:sp>
      <p:sp>
        <p:nvSpPr>
          <p:cNvPr id="8" name="Date Placeholder 3">
            <a:extLst>
              <a:ext uri="{FF2B5EF4-FFF2-40B4-BE49-F238E27FC236}">
                <a16:creationId xmlns:a16="http://schemas.microsoft.com/office/drawing/2014/main" id="{51554597-BD19-4177-AF46-F26C6C5119A2}"/>
              </a:ext>
            </a:extLst>
          </p:cNvPr>
          <p:cNvSpPr>
            <a:spLocks noGrp="1"/>
          </p:cNvSpPr>
          <p:nvPr>
            <p:ph type="dt" sz="half" idx="12"/>
          </p:nvPr>
        </p:nvSpPr>
        <p:spPr>
          <a:xfrm>
            <a:off x="838200" y="6292800"/>
            <a:ext cx="2743200" cy="365125"/>
          </a:xfr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51246931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bg>
      <p:bgPr>
        <a:solidFill>
          <a:schemeClr val="tx2"/>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nvPr>
        </p:nvSpPr>
        <p:spPr>
          <a:xfrm>
            <a:off x="5129356" y="-7443"/>
            <a:ext cx="7075779" cy="6865443"/>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5779" h="6886269">
                <a:moveTo>
                  <a:pt x="1359187" y="0"/>
                </a:moveTo>
                <a:lnTo>
                  <a:pt x="7055504" y="8040"/>
                </a:lnTo>
                <a:cubicBezTo>
                  <a:pt x="7062262" y="2300783"/>
                  <a:pt x="7069021" y="4593526"/>
                  <a:pt x="7075779" y="6886269"/>
                </a:cubicBezTo>
                <a:lnTo>
                  <a:pt x="0" y="6884231"/>
                </a:lnTo>
                <a:cubicBezTo>
                  <a:pt x="800803" y="4835017"/>
                  <a:pt x="1012724" y="4088015"/>
                  <a:pt x="1378044" y="3086366"/>
                </a:cubicBezTo>
                <a:cubicBezTo>
                  <a:pt x="1743364" y="2084717"/>
                  <a:pt x="1964635" y="1220855"/>
                  <a:pt x="1359187" y="0"/>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2"/>
                </a:solidFill>
                <a:latin typeface="Schibsted Grotesk Bold" pitchFamily="2" charset="77"/>
              </a:defRPr>
            </a:lvl1pPr>
          </a:lstStyle>
          <a:p>
            <a:pPr lvl="0"/>
            <a:r>
              <a:rPr lang="en-US" noProof="0"/>
              <a:t>Click icon to add picture</a:t>
            </a:r>
          </a:p>
        </p:txBody>
      </p:sp>
      <p:sp>
        <p:nvSpPr>
          <p:cNvPr id="5"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bg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9AFA332C-F655-7610-C36A-F3996FC73AB2}"/>
              </a:ext>
            </a:extLst>
          </p:cNvPr>
          <p:cNvSpPr>
            <a:spLocks noGrp="1"/>
          </p:cNvSpPr>
          <p:nvPr>
            <p:ph type="sldNum" sz="quarter" idx="11"/>
          </p:nvPr>
        </p:nvSpPr>
        <p:spPr>
          <a:xfrm>
            <a:off x="285750" y="6291263"/>
            <a:ext cx="552450" cy="365125"/>
          </a:xfrm>
        </p:spPr>
        <p:txBody>
          <a:bodyPr vert="horz" lIns="91440" tIns="45720" rIns="91440" bIns="45720" rtlCol="0" anchor="ctr"/>
          <a:lstStyle>
            <a:lvl1pPr>
              <a:defRPr lang="en-US" b="0" i="0">
                <a:solidFill>
                  <a:schemeClr val="bg1"/>
                </a:solidFill>
                <a:latin typeface="SCHIBSTED GROTESK BOLD" pitchFamily="2" charset="77"/>
                <a:cs typeface="SCHIBSTED GROTESK BOLD" pitchFamily="2" charset="77"/>
              </a:defRPr>
            </a:lvl1pPr>
          </a:lstStyle>
          <a:p>
            <a:pPr eaLnBrk="0" fontAlgn="base" hangingPunct="0">
              <a:spcBef>
                <a:spcPct val="0"/>
              </a:spcBef>
              <a:spcAft>
                <a:spcPct val="0"/>
              </a:spcAft>
            </a:pPr>
            <a:fld id="{7B64B941-4F95-CD49-8C5B-59AD920AF5F7}" type="slidenum">
              <a:rPr lang="en-GB" smtClean="0"/>
              <a:pPr eaLnBrk="0" fontAlgn="base" hangingPunct="0">
                <a:spcBef>
                  <a:spcPct val="0"/>
                </a:spcBef>
                <a:spcAft>
                  <a:spcPct val="0"/>
                </a:spcAft>
              </a:pPr>
              <a:t>‹#›</a:t>
            </a:fld>
            <a:endParaRPr lang="en-GB"/>
          </a:p>
        </p:txBody>
      </p:sp>
      <p:sp>
        <p:nvSpPr>
          <p:cNvPr id="10" name="Date Placeholder 3">
            <a:extLst>
              <a:ext uri="{FF2B5EF4-FFF2-40B4-BE49-F238E27FC236}">
                <a16:creationId xmlns:a16="http://schemas.microsoft.com/office/drawing/2014/main" id="{BF8218A8-D10E-B17E-B11B-A63496EF2E60}"/>
              </a:ext>
            </a:extLst>
          </p:cNvPr>
          <p:cNvSpPr>
            <a:spLocks noGrp="1"/>
          </p:cNvSpPr>
          <p:nvPr>
            <p:ph type="dt" sz="half" idx="12"/>
          </p:nvPr>
        </p:nvSpPr>
        <p:spPr>
          <a:xfrm>
            <a:off x="838200" y="6292800"/>
            <a:ext cx="2743200" cy="365125"/>
          </a:xfrm>
        </p:spPr>
        <p:txBody>
          <a:bodyPr/>
          <a:lstStyle>
            <a:lvl1pPr>
              <a:defRPr>
                <a:solidFill>
                  <a:schemeClr val="bg1"/>
                </a:solidFill>
              </a:defRPr>
            </a:lvl1pPr>
          </a:lstStyle>
          <a:p>
            <a:endParaRPr lang="en-GB"/>
          </a:p>
        </p:txBody>
      </p:sp>
      <p:pic>
        <p:nvPicPr>
          <p:cNvPr id="3" name="Picture 2" descr="Yellow letters on a black background&#10;&#10;Description automatically generated">
            <a:extLst>
              <a:ext uri="{FF2B5EF4-FFF2-40B4-BE49-F238E27FC236}">
                <a16:creationId xmlns:a16="http://schemas.microsoft.com/office/drawing/2014/main" id="{3804F23E-0CB4-B90D-EE59-BDF34BE3B7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575" y="82558"/>
            <a:ext cx="1973394" cy="723900"/>
          </a:xfrm>
          <a:prstGeom prst="rect">
            <a:avLst/>
          </a:prstGeom>
        </p:spPr>
      </p:pic>
    </p:spTree>
    <p:extLst>
      <p:ext uri="{BB962C8B-B14F-4D97-AF65-F5344CB8AC3E}">
        <p14:creationId xmlns:p14="http://schemas.microsoft.com/office/powerpoint/2010/main" val="807757024"/>
      </p:ext>
    </p:extLst>
  </p:cSld>
  <p:clrMapOvr>
    <a:overrideClrMapping bg1="lt1" tx1="dk1" bg2="lt2" tx2="dk2" accent1="accent1" accent2="accent2" accent3="accent3" accent4="accent4" accent5="accent5" accent6="accent6" hlink="hlink" folHlink="folHlink"/>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bg>
      <p:bgPr>
        <a:solidFill>
          <a:schemeClr val="accent5"/>
        </a:solidFill>
        <a:effectLst/>
      </p:bgPr>
    </p:bg>
    <p:spTree>
      <p:nvGrpSpPr>
        <p:cNvPr id="1" name=""/>
        <p:cNvGrpSpPr/>
        <p:nvPr/>
      </p:nvGrpSpPr>
      <p:grpSpPr>
        <a:xfrm>
          <a:off x="0" y="0"/>
          <a:ext cx="0" cy="0"/>
          <a:chOff x="0" y="0"/>
          <a:chExt cx="0" cy="0"/>
        </a:xfrm>
      </p:grpSpPr>
      <p:sp>
        <p:nvSpPr>
          <p:cNvPr id="5"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tx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9AFA332C-F655-7610-C36A-F3996FC73AB2}"/>
              </a:ext>
            </a:extLst>
          </p:cNvPr>
          <p:cNvSpPr>
            <a:spLocks noGrp="1"/>
          </p:cNvSpPr>
          <p:nvPr>
            <p:ph type="sldNum" sz="quarter" idx="11"/>
          </p:nvPr>
        </p:nvSpPr>
        <p:spPr>
          <a:xfrm>
            <a:off x="285750" y="6291263"/>
            <a:ext cx="552450" cy="365125"/>
          </a:xfrm>
        </p:spPr>
        <p:txBody>
          <a:bodyPr vert="horz" lIns="91440" tIns="45720" rIns="91440" bIns="45720" rtlCol="0" anchor="ctr"/>
          <a:lstStyle>
            <a:lvl1pPr>
              <a:defRPr lang="en-US" b="0" i="0">
                <a:solidFill>
                  <a:schemeClr val="tx1"/>
                </a:solidFill>
                <a:latin typeface="SCHIBSTED GROTESK BOLD" pitchFamily="2" charset="77"/>
                <a:cs typeface="SCHIBSTED GROTESK BOLD" pitchFamily="2" charset="77"/>
              </a:defRPr>
            </a:lvl1pPr>
          </a:lstStyle>
          <a:p>
            <a:pPr eaLnBrk="0" fontAlgn="base" hangingPunct="0">
              <a:spcBef>
                <a:spcPct val="0"/>
              </a:spcBef>
              <a:spcAft>
                <a:spcPct val="0"/>
              </a:spcAft>
            </a:pPr>
            <a:fld id="{7B64B941-4F95-CD49-8C5B-59AD920AF5F7}" type="slidenum">
              <a:rPr lang="en-GB" smtClean="0"/>
              <a:pPr eaLnBrk="0" fontAlgn="base" hangingPunct="0">
                <a:spcBef>
                  <a:spcPct val="0"/>
                </a:spcBef>
                <a:spcAft>
                  <a:spcPct val="0"/>
                </a:spcAft>
              </a:pPr>
              <a:t>‹#›</a:t>
            </a:fld>
            <a:endParaRPr lang="en-GB"/>
          </a:p>
        </p:txBody>
      </p:sp>
      <p:sp>
        <p:nvSpPr>
          <p:cNvPr id="10" name="Date Placeholder 3">
            <a:extLst>
              <a:ext uri="{FF2B5EF4-FFF2-40B4-BE49-F238E27FC236}">
                <a16:creationId xmlns:a16="http://schemas.microsoft.com/office/drawing/2014/main" id="{BF8218A8-D10E-B17E-B11B-A63496EF2E60}"/>
              </a:ext>
            </a:extLst>
          </p:cNvPr>
          <p:cNvSpPr>
            <a:spLocks noGrp="1"/>
          </p:cNvSpPr>
          <p:nvPr>
            <p:ph type="dt" sz="half" idx="12"/>
          </p:nvPr>
        </p:nvSpPr>
        <p:spPr>
          <a:xfrm>
            <a:off x="838200" y="6292800"/>
            <a:ext cx="2743200" cy="365125"/>
          </a:xfrm>
        </p:spPr>
        <p:txBody>
          <a:bodyPr/>
          <a:lstStyle>
            <a:lvl1pPr>
              <a:defRPr>
                <a:solidFill>
                  <a:schemeClr val="tx1"/>
                </a:solidFill>
              </a:defRPr>
            </a:lvl1pPr>
          </a:lstStyle>
          <a:p>
            <a:endParaRPr lang="en-GB"/>
          </a:p>
        </p:txBody>
      </p:sp>
      <p:pic>
        <p:nvPicPr>
          <p:cNvPr id="9" name="Picture 8" descr="A yellow line in a black background&#10;&#10;Description automatically generated">
            <a:extLst>
              <a:ext uri="{FF2B5EF4-FFF2-40B4-BE49-F238E27FC236}">
                <a16:creationId xmlns:a16="http://schemas.microsoft.com/office/drawing/2014/main" id="{770F9B28-71D3-5CDF-E5A7-219D50C5A5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4632"/>
          <a:stretch/>
        </p:blipFill>
        <p:spPr>
          <a:xfrm>
            <a:off x="0" y="0"/>
            <a:ext cx="7969624" cy="6858000"/>
          </a:xfrm>
          <a:prstGeom prst="rect">
            <a:avLst/>
          </a:prstGeom>
        </p:spPr>
      </p:pic>
      <p:sp>
        <p:nvSpPr>
          <p:cNvPr id="11" name="Rectangle 4">
            <a:extLst>
              <a:ext uri="{FF2B5EF4-FFF2-40B4-BE49-F238E27FC236}">
                <a16:creationId xmlns:a16="http://schemas.microsoft.com/office/drawing/2014/main" id="{8ACA9EC0-69B6-65F3-C4A1-D8FAD0C4F599}"/>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12" name="Picture 3">
            <a:extLst>
              <a:ext uri="{FF2B5EF4-FFF2-40B4-BE49-F238E27FC236}">
                <a16:creationId xmlns:a16="http://schemas.microsoft.com/office/drawing/2014/main" id="{1B934E09-BFBD-4371-F0C9-A5BDA37FD23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547977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Pr>
        <a:solidFill>
          <a:schemeClr val="accent6"/>
        </a:solidFill>
        <a:effectLst/>
      </p:bgPr>
    </p:bg>
    <p:spTree>
      <p:nvGrpSpPr>
        <p:cNvPr id="1" name=""/>
        <p:cNvGrpSpPr/>
        <p:nvPr/>
      </p:nvGrpSpPr>
      <p:grpSpPr>
        <a:xfrm>
          <a:off x="0" y="0"/>
          <a:ext cx="0" cy="0"/>
          <a:chOff x="0" y="0"/>
          <a:chExt cx="0" cy="0"/>
        </a:xfrm>
      </p:grpSpPr>
      <p:sp>
        <p:nvSpPr>
          <p:cNvPr id="5"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bg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9AFA332C-F655-7610-C36A-F3996FC73AB2}"/>
              </a:ext>
            </a:extLst>
          </p:cNvPr>
          <p:cNvSpPr>
            <a:spLocks noGrp="1"/>
          </p:cNvSpPr>
          <p:nvPr>
            <p:ph type="sldNum" sz="quarter" idx="11"/>
          </p:nvPr>
        </p:nvSpPr>
        <p:spPr>
          <a:xfrm>
            <a:off x="285750" y="6291263"/>
            <a:ext cx="552450" cy="365125"/>
          </a:xfrm>
        </p:spPr>
        <p:txBody>
          <a:bodyPr vert="horz" lIns="91440" tIns="45720" rIns="91440" bIns="45720" rtlCol="0" anchor="ctr"/>
          <a:lstStyle>
            <a:lvl1pPr>
              <a:defRPr lang="en-US" b="0" i="0">
                <a:solidFill>
                  <a:schemeClr val="bg1"/>
                </a:solidFill>
                <a:latin typeface="SCHIBSTED GROTESK BOLD" pitchFamily="2" charset="77"/>
                <a:cs typeface="SCHIBSTED GROTESK BOLD" pitchFamily="2" charset="77"/>
              </a:defRPr>
            </a:lvl1pPr>
          </a:lstStyle>
          <a:p>
            <a:pPr eaLnBrk="0" fontAlgn="base" hangingPunct="0">
              <a:spcBef>
                <a:spcPct val="0"/>
              </a:spcBef>
              <a:spcAft>
                <a:spcPct val="0"/>
              </a:spcAft>
            </a:pPr>
            <a:fld id="{7B64B941-4F95-CD49-8C5B-59AD920AF5F7}" type="slidenum">
              <a:rPr lang="en-GB" smtClean="0"/>
              <a:pPr eaLnBrk="0" fontAlgn="base" hangingPunct="0">
                <a:spcBef>
                  <a:spcPct val="0"/>
                </a:spcBef>
                <a:spcAft>
                  <a:spcPct val="0"/>
                </a:spcAft>
              </a:pPr>
              <a:t>‹#›</a:t>
            </a:fld>
            <a:endParaRPr lang="en-GB"/>
          </a:p>
        </p:txBody>
      </p:sp>
      <p:sp>
        <p:nvSpPr>
          <p:cNvPr id="10" name="Date Placeholder 3">
            <a:extLst>
              <a:ext uri="{FF2B5EF4-FFF2-40B4-BE49-F238E27FC236}">
                <a16:creationId xmlns:a16="http://schemas.microsoft.com/office/drawing/2014/main" id="{BF8218A8-D10E-B17E-B11B-A63496EF2E60}"/>
              </a:ext>
            </a:extLst>
          </p:cNvPr>
          <p:cNvSpPr>
            <a:spLocks noGrp="1"/>
          </p:cNvSpPr>
          <p:nvPr>
            <p:ph type="dt" sz="half" idx="12"/>
          </p:nvPr>
        </p:nvSpPr>
        <p:spPr>
          <a:xfrm>
            <a:off x="838200" y="6292800"/>
            <a:ext cx="2743200" cy="365125"/>
          </a:xfrm>
        </p:spPr>
        <p:txBody>
          <a:bodyPr/>
          <a:lstStyle>
            <a:lvl1pPr>
              <a:defRPr>
                <a:solidFill>
                  <a:schemeClr val="bg1"/>
                </a:solidFill>
              </a:defRPr>
            </a:lvl1pPr>
          </a:lstStyle>
          <a:p>
            <a:endParaRPr lang="en-GB"/>
          </a:p>
        </p:txBody>
      </p:sp>
      <p:pic>
        <p:nvPicPr>
          <p:cNvPr id="2" name="Picture 1" descr="A yellow line in a black background&#10;&#10;Description automatically generated">
            <a:extLst>
              <a:ext uri="{FF2B5EF4-FFF2-40B4-BE49-F238E27FC236}">
                <a16:creationId xmlns:a16="http://schemas.microsoft.com/office/drawing/2014/main" id="{B7D40E97-46E4-6852-D743-692402856FE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4853"/>
          <a:stretch/>
        </p:blipFill>
        <p:spPr>
          <a:xfrm>
            <a:off x="0" y="0"/>
            <a:ext cx="7942729" cy="6858000"/>
          </a:xfrm>
          <a:prstGeom prst="rect">
            <a:avLst/>
          </a:prstGeom>
        </p:spPr>
      </p:pic>
      <p:sp>
        <p:nvSpPr>
          <p:cNvPr id="4" name="Rectangle 4">
            <a:extLst>
              <a:ext uri="{FF2B5EF4-FFF2-40B4-BE49-F238E27FC236}">
                <a16:creationId xmlns:a16="http://schemas.microsoft.com/office/drawing/2014/main" id="{F06D493D-FF7E-68BF-3DED-C143F08BB228}"/>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7" name="Picture 3">
            <a:extLst>
              <a:ext uri="{FF2B5EF4-FFF2-40B4-BE49-F238E27FC236}">
                <a16:creationId xmlns:a16="http://schemas.microsoft.com/office/drawing/2014/main" id="{5337C524-3072-5E9D-3136-6C0CC3EC97F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7762191"/>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p:bg>
      <p:bgPr>
        <a:solidFill>
          <a:schemeClr val="tx2"/>
        </a:solidFill>
        <a:effectLst/>
      </p:bgPr>
    </p:bg>
    <p:spTree>
      <p:nvGrpSpPr>
        <p:cNvPr id="1" name=""/>
        <p:cNvGrpSpPr/>
        <p:nvPr/>
      </p:nvGrpSpPr>
      <p:grpSpPr>
        <a:xfrm>
          <a:off x="0" y="0"/>
          <a:ext cx="0" cy="0"/>
          <a:chOff x="0" y="0"/>
          <a:chExt cx="0" cy="0"/>
        </a:xfrm>
      </p:grpSpPr>
      <p:sp>
        <p:nvSpPr>
          <p:cNvPr id="5" name="Title Placeholder 1"/>
          <p:cNvSpPr>
            <a:spLocks noGrp="1" noChangeArrowheads="1"/>
          </p:cNvSpPr>
          <p:nvPr>
            <p:ph type="title" hasCustomPrompt="1"/>
          </p:nvPr>
        </p:nvSpPr>
        <p:spPr bwMode="auto">
          <a:xfrm>
            <a:off x="344631" y="2599715"/>
            <a:ext cx="4784725" cy="1541462"/>
          </a:xfrm>
          <a:prstGeom prst="rect">
            <a:avLst/>
          </a:prstGeom>
          <a:noFill/>
          <a:ln>
            <a:noFill/>
          </a:ln>
        </p:spPr>
        <p:txBody>
          <a:bodyPr/>
          <a:lstStyle>
            <a:lvl1pPr>
              <a:defRPr>
                <a:solidFill>
                  <a:schemeClr val="bg2"/>
                </a:solidFill>
              </a:defRPr>
            </a:lvl1pPr>
          </a:lstStyle>
          <a:p>
            <a:pPr lvl="0"/>
            <a:r>
              <a:rPr lang="en-GB" altLang="en-US"/>
              <a:t>Divider title</a:t>
            </a:r>
            <a:endParaRPr lang="en-US" altLang="en-US"/>
          </a:p>
        </p:txBody>
      </p:sp>
      <p:sp>
        <p:nvSpPr>
          <p:cNvPr id="6" name="Slide Number Placeholder 5">
            <a:extLst>
              <a:ext uri="{FF2B5EF4-FFF2-40B4-BE49-F238E27FC236}">
                <a16:creationId xmlns:a16="http://schemas.microsoft.com/office/drawing/2014/main" id="{9AFA332C-F655-7610-C36A-F3996FC73AB2}"/>
              </a:ext>
            </a:extLst>
          </p:cNvPr>
          <p:cNvSpPr>
            <a:spLocks noGrp="1"/>
          </p:cNvSpPr>
          <p:nvPr>
            <p:ph type="sldNum" sz="quarter" idx="11"/>
          </p:nvPr>
        </p:nvSpPr>
        <p:spPr>
          <a:xfrm>
            <a:off x="285750" y="6291263"/>
            <a:ext cx="552450" cy="365125"/>
          </a:xfrm>
        </p:spPr>
        <p:txBody>
          <a:bodyPr vert="horz" lIns="91440" tIns="45720" rIns="91440" bIns="45720" rtlCol="0" anchor="ctr"/>
          <a:lstStyle>
            <a:lvl1pPr>
              <a:defRPr lang="en-US" b="0" i="0">
                <a:solidFill>
                  <a:schemeClr val="bg1"/>
                </a:solidFill>
                <a:latin typeface="SCHIBSTED GROTESK BOLD" pitchFamily="2" charset="77"/>
                <a:cs typeface="SCHIBSTED GROTESK BOLD" pitchFamily="2" charset="77"/>
              </a:defRPr>
            </a:lvl1pPr>
          </a:lstStyle>
          <a:p>
            <a:pPr eaLnBrk="0" fontAlgn="base" hangingPunct="0">
              <a:spcBef>
                <a:spcPct val="0"/>
              </a:spcBef>
              <a:spcAft>
                <a:spcPct val="0"/>
              </a:spcAft>
            </a:pPr>
            <a:fld id="{7B64B941-4F95-CD49-8C5B-59AD920AF5F7}" type="slidenum">
              <a:rPr lang="en-GB" smtClean="0"/>
              <a:pPr eaLnBrk="0" fontAlgn="base" hangingPunct="0">
                <a:spcBef>
                  <a:spcPct val="0"/>
                </a:spcBef>
                <a:spcAft>
                  <a:spcPct val="0"/>
                </a:spcAft>
              </a:pPr>
              <a:t>‹#›</a:t>
            </a:fld>
            <a:endParaRPr lang="en-GB"/>
          </a:p>
        </p:txBody>
      </p:sp>
      <p:sp>
        <p:nvSpPr>
          <p:cNvPr id="10" name="Date Placeholder 3">
            <a:extLst>
              <a:ext uri="{FF2B5EF4-FFF2-40B4-BE49-F238E27FC236}">
                <a16:creationId xmlns:a16="http://schemas.microsoft.com/office/drawing/2014/main" id="{BF8218A8-D10E-B17E-B11B-A63496EF2E60}"/>
              </a:ext>
            </a:extLst>
          </p:cNvPr>
          <p:cNvSpPr>
            <a:spLocks noGrp="1"/>
          </p:cNvSpPr>
          <p:nvPr>
            <p:ph type="dt" sz="half" idx="12"/>
          </p:nvPr>
        </p:nvSpPr>
        <p:spPr>
          <a:xfrm>
            <a:off x="838200" y="6292800"/>
            <a:ext cx="2743200" cy="365125"/>
          </a:xfrm>
        </p:spPr>
        <p:txBody>
          <a:bodyPr/>
          <a:lstStyle>
            <a:lvl1pPr>
              <a:defRPr>
                <a:solidFill>
                  <a:schemeClr val="bg1"/>
                </a:solidFill>
              </a:defRPr>
            </a:lvl1pPr>
          </a:lstStyle>
          <a:p>
            <a:endParaRPr lang="en-GB"/>
          </a:p>
        </p:txBody>
      </p:sp>
      <p:pic>
        <p:nvPicPr>
          <p:cNvPr id="2" name="Picture 1" descr="A yellow line in a black background&#10;&#10;Description automatically generated">
            <a:extLst>
              <a:ext uri="{FF2B5EF4-FFF2-40B4-BE49-F238E27FC236}">
                <a16:creationId xmlns:a16="http://schemas.microsoft.com/office/drawing/2014/main" id="{DB2351BA-E3E1-5946-0C14-1936E7532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4780"/>
          <a:stretch/>
        </p:blipFill>
        <p:spPr>
          <a:xfrm>
            <a:off x="0" y="0"/>
            <a:ext cx="7951694" cy="6858000"/>
          </a:xfrm>
          <a:prstGeom prst="rect">
            <a:avLst/>
          </a:prstGeom>
        </p:spPr>
      </p:pic>
      <p:sp>
        <p:nvSpPr>
          <p:cNvPr id="4" name="Rectangle 4">
            <a:extLst>
              <a:ext uri="{FF2B5EF4-FFF2-40B4-BE49-F238E27FC236}">
                <a16:creationId xmlns:a16="http://schemas.microsoft.com/office/drawing/2014/main" id="{6C824838-2060-63E4-53EB-A24B526A0FF3}"/>
              </a:ext>
            </a:extLst>
          </p:cNvPr>
          <p:cNvSpPr/>
          <p:nvPr userDrawn="1"/>
        </p:nvSpPr>
        <p:spPr>
          <a:xfrm rot="10800000">
            <a:off x="9607550" y="5930900"/>
            <a:ext cx="2584450" cy="927100"/>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7" name="Picture 3">
            <a:extLst>
              <a:ext uri="{FF2B5EF4-FFF2-40B4-BE49-F238E27FC236}">
                <a16:creationId xmlns:a16="http://schemas.microsoft.com/office/drawing/2014/main" id="{9D990807-D481-1FB2-009E-C13D61E7084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137775" y="6080125"/>
            <a:ext cx="19526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02140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59E2F15-9886-E490-D281-D8958469BBE6}"/>
              </a:ext>
            </a:extLst>
          </p:cNvPr>
          <p:cNvSpPr>
            <a:spLocks noGrp="1"/>
          </p:cNvSpPr>
          <p:nvPr>
            <p:ph sz="quarter" idx="14"/>
          </p:nvPr>
        </p:nvSpPr>
        <p:spPr>
          <a:xfrm>
            <a:off x="836613" y="1527175"/>
            <a:ext cx="10515600" cy="465137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a:xfrm>
            <a:off x="284400" y="6292800"/>
            <a:ext cx="55179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10515600" cy="457200"/>
          </a:xfrm>
          <a:prstGeom prst="roundRect">
            <a:avLst/>
          </a:prstGeom>
        </p:spPr>
        <p:txBody>
          <a:bodyPr anchor="b"/>
          <a:lstStyle>
            <a:lvl1pPr marL="0" indent="0">
              <a:buNone/>
              <a:defRPr sz="28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21" name="Group 20">
            <a:extLst>
              <a:ext uri="{FF2B5EF4-FFF2-40B4-BE49-F238E27FC236}">
                <a16:creationId xmlns:a16="http://schemas.microsoft.com/office/drawing/2014/main" id="{F12D7FB3-7B00-0F04-883F-0EA5497DBDF3}"/>
              </a:ext>
            </a:extLst>
          </p:cNvPr>
          <p:cNvGrpSpPr/>
          <p:nvPr userDrawn="1"/>
        </p:nvGrpSpPr>
        <p:grpSpPr>
          <a:xfrm>
            <a:off x="0" y="-9598"/>
            <a:ext cx="12174398" cy="689695"/>
            <a:chOff x="0" y="-9598"/>
            <a:chExt cx="12174398" cy="689695"/>
          </a:xfrm>
        </p:grpSpPr>
        <p:cxnSp>
          <p:nvCxnSpPr>
            <p:cNvPr id="22" name="Straight Connector 21">
              <a:extLst>
                <a:ext uri="{FF2B5EF4-FFF2-40B4-BE49-F238E27FC236}">
                  <a16:creationId xmlns:a16="http://schemas.microsoft.com/office/drawing/2014/main" id="{C934F59E-0553-927B-4AFB-7324F65CD1C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70B2AE1A-627F-3503-5412-FB105316466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Tree>
    <p:extLst>
      <p:ext uri="{BB962C8B-B14F-4D97-AF65-F5344CB8AC3E}">
        <p14:creationId xmlns:p14="http://schemas.microsoft.com/office/powerpoint/2010/main" val="751545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59E2F15-9886-E490-D281-D8958469BBE6}"/>
              </a:ext>
            </a:extLst>
          </p:cNvPr>
          <p:cNvSpPr>
            <a:spLocks noGrp="1"/>
          </p:cNvSpPr>
          <p:nvPr>
            <p:ph sz="quarter" idx="14"/>
          </p:nvPr>
        </p:nvSpPr>
        <p:spPr>
          <a:xfrm>
            <a:off x="836613" y="1527175"/>
            <a:ext cx="10515600" cy="465137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a:xfrm>
            <a:off x="284400" y="6292800"/>
            <a:ext cx="55179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10515600" cy="457200"/>
          </a:xfrm>
          <a:prstGeom prst="roundRect">
            <a:avLst/>
          </a:prstGeom>
        </p:spPr>
        <p:txBody>
          <a:bodyPr anchor="b"/>
          <a:lstStyle>
            <a:lvl1pPr marL="0" indent="0">
              <a:buNone/>
              <a:defRPr sz="28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21" name="Group 20">
            <a:extLst>
              <a:ext uri="{FF2B5EF4-FFF2-40B4-BE49-F238E27FC236}">
                <a16:creationId xmlns:a16="http://schemas.microsoft.com/office/drawing/2014/main" id="{F12D7FB3-7B00-0F04-883F-0EA5497DBDF3}"/>
              </a:ext>
            </a:extLst>
          </p:cNvPr>
          <p:cNvGrpSpPr/>
          <p:nvPr userDrawn="1"/>
        </p:nvGrpSpPr>
        <p:grpSpPr>
          <a:xfrm>
            <a:off x="0" y="-9598"/>
            <a:ext cx="12174398" cy="689695"/>
            <a:chOff x="0" y="-9598"/>
            <a:chExt cx="12174398" cy="689695"/>
          </a:xfrm>
        </p:grpSpPr>
        <p:cxnSp>
          <p:nvCxnSpPr>
            <p:cNvPr id="22" name="Straight Connector 21">
              <a:extLst>
                <a:ext uri="{FF2B5EF4-FFF2-40B4-BE49-F238E27FC236}">
                  <a16:creationId xmlns:a16="http://schemas.microsoft.com/office/drawing/2014/main" id="{C934F59E-0553-927B-4AFB-7324F65CD1C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70B2AE1A-627F-3503-5412-FB105316466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Tree>
    <p:extLst>
      <p:ext uri="{BB962C8B-B14F-4D97-AF65-F5344CB8AC3E}">
        <p14:creationId xmlns:p14="http://schemas.microsoft.com/office/powerpoint/2010/main" val="27219183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9C6783E-E6C8-5609-E60B-7680BB9B1163}"/>
              </a:ext>
            </a:extLst>
          </p:cNvPr>
          <p:cNvSpPr>
            <a:spLocks noGrp="1"/>
          </p:cNvSpPr>
          <p:nvPr>
            <p:ph sz="quarter" idx="16"/>
          </p:nvPr>
        </p:nvSpPr>
        <p:spPr>
          <a:xfrm>
            <a:off x="836613" y="1531938"/>
            <a:ext cx="5035550" cy="4645025"/>
          </a:xfrm>
          <a:prstGeom prst="roundRect">
            <a:avLst>
              <a:gd name="adj" fmla="val 2055"/>
            </a:avLst>
          </a:prstGeo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2">
            <a:extLst>
              <a:ext uri="{FF2B5EF4-FFF2-40B4-BE49-F238E27FC236}">
                <a16:creationId xmlns:a16="http://schemas.microsoft.com/office/drawing/2014/main" id="{07D5CFEA-ED43-9A0D-8EEE-100093288D7B}"/>
              </a:ext>
            </a:extLst>
          </p:cNvPr>
          <p:cNvSpPr>
            <a:spLocks noGrp="1"/>
          </p:cNvSpPr>
          <p:nvPr>
            <p:ph type="body" idx="15" hasCustomPrompt="1"/>
          </p:nvPr>
        </p:nvSpPr>
        <p:spPr>
          <a:xfrm>
            <a:off x="6337797"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13" name="Group 12">
            <a:extLst>
              <a:ext uri="{FF2B5EF4-FFF2-40B4-BE49-F238E27FC236}">
                <a16:creationId xmlns:a16="http://schemas.microsoft.com/office/drawing/2014/main" id="{5B26751F-1800-E5B8-7BE5-64F4CA673845}"/>
              </a:ext>
            </a:extLst>
          </p:cNvPr>
          <p:cNvGrpSpPr/>
          <p:nvPr userDrawn="1"/>
        </p:nvGrpSpPr>
        <p:grpSpPr>
          <a:xfrm>
            <a:off x="0" y="-9598"/>
            <a:ext cx="12174398" cy="689695"/>
            <a:chOff x="0" y="-9598"/>
            <a:chExt cx="12174398" cy="689695"/>
          </a:xfrm>
        </p:grpSpPr>
        <p:cxnSp>
          <p:nvCxnSpPr>
            <p:cNvPr id="14" name="Straight Connector 13">
              <a:extLst>
                <a:ext uri="{FF2B5EF4-FFF2-40B4-BE49-F238E27FC236}">
                  <a16:creationId xmlns:a16="http://schemas.microsoft.com/office/drawing/2014/main" id="{7C9781F6-F189-3631-908B-F506778CA77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24EEBADD-7188-AD68-E229-384FBDF96CD5}"/>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8" name="Content Placeholder 6">
            <a:extLst>
              <a:ext uri="{FF2B5EF4-FFF2-40B4-BE49-F238E27FC236}">
                <a16:creationId xmlns:a16="http://schemas.microsoft.com/office/drawing/2014/main" id="{43C894B2-0977-371D-5891-8DCFD6A40DDC}"/>
              </a:ext>
            </a:extLst>
          </p:cNvPr>
          <p:cNvSpPr>
            <a:spLocks noGrp="1"/>
          </p:cNvSpPr>
          <p:nvPr>
            <p:ph sz="quarter" idx="17"/>
          </p:nvPr>
        </p:nvSpPr>
        <p:spPr>
          <a:xfrm>
            <a:off x="6318250" y="1531938"/>
            <a:ext cx="5035550" cy="464502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971866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8200" y="1532209"/>
            <a:ext cx="3200400" cy="4644754"/>
          </a:xfrm>
        </p:spPr>
        <p:txBody>
          <a:bodyPr/>
          <a:lstStyle>
            <a:lvl1pPr>
              <a:defRPr sz="1600" b="0">
                <a:latin typeface="+mn-lt"/>
              </a:defRPr>
            </a:lvl1pPr>
            <a:lvl2pPr>
              <a:defRPr sz="1400">
                <a:latin typeface="+mn-lt"/>
              </a:defRPr>
            </a:lvl2pPr>
            <a:lvl3pPr>
              <a:defRPr sz="1400">
                <a:latin typeface="+mn-lt"/>
              </a:defRPr>
            </a:lvl3pPr>
            <a:lvl4pPr>
              <a:defRPr sz="1200">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1532209"/>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2237"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48283"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952C0F9B-55FA-980E-CFB2-D50014A657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3936CC42-D356-43BF-9A2D-68E2909D022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48B619FC-8734-D138-CF69-C6F2D7B9DBE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Content Placeholder 2">
            <a:extLst>
              <a:ext uri="{FF2B5EF4-FFF2-40B4-BE49-F238E27FC236}">
                <a16:creationId xmlns:a16="http://schemas.microsoft.com/office/drawing/2014/main" id="{4ACFEE22-B3C1-B461-EC81-9E349235671F}"/>
              </a:ext>
            </a:extLst>
          </p:cNvPr>
          <p:cNvSpPr>
            <a:spLocks noGrp="1"/>
          </p:cNvSpPr>
          <p:nvPr>
            <p:ph idx="18"/>
          </p:nvPr>
        </p:nvSpPr>
        <p:spPr>
          <a:xfrm>
            <a:off x="8145176" y="1546898"/>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486068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2DF3618D-C7CA-4FD7-F81D-995436B67332}"/>
              </a:ext>
            </a:extLst>
          </p:cNvPr>
          <p:cNvSpPr>
            <a:spLocks noGrp="1"/>
          </p:cNvSpPr>
          <p:nvPr>
            <p:ph type="sldNum" sz="quarter" idx="14"/>
          </p:nvPr>
        </p:nvSpPr>
        <p:spPr>
          <a:xfrm>
            <a:off x="284400" y="6292800"/>
            <a:ext cx="551791" cy="365125"/>
          </a:xfrm>
        </p:spPr>
        <p:txBody>
          <a:bodyPr vert="horz" lIns="91440" tIns="45720" rIns="91440" bIns="45720" rtlCol="0" anchor="ctr"/>
          <a:lstStyle>
            <a:lvl1pPr>
              <a:defRPr lang="en-US" b="1" i="0" smtClean="0">
                <a:solidFill>
                  <a:srgbClr val="191D64"/>
                </a:solidFill>
                <a:latin typeface="SCHIBSTED GROTESK BOLD" pitchFamily="2" charset="77"/>
                <a:cs typeface="SCHIBSTED GROTESK BOLD" pitchFamily="2" charset="77"/>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64B941-4F95-CD49-8C5B-59AD920AF5F7}" type="slidenum">
              <a:rPr kumimoji="0" lang="en-GB" sz="1200" b="1" i="0" u="none" strike="noStrike" kern="1200" cap="none" spc="0" normalizeH="0" baseline="0" noProof="0" smtClean="0">
                <a:ln>
                  <a:noFill/>
                </a:ln>
                <a:solidFill>
                  <a:srgbClr val="191D64"/>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1" i="0" u="none" strike="noStrike" kern="1200" cap="none" spc="0" normalizeH="0" baseline="0" noProof="0">
              <a:ln>
                <a:noFill/>
              </a:ln>
              <a:solidFill>
                <a:srgbClr val="191D64"/>
              </a:solidFill>
              <a:effectLst/>
              <a:uLnTx/>
              <a:uFillTx/>
              <a:latin typeface="SCHIBSTED GROTESK BOLD" pitchFamily="2" charset="77"/>
              <a:ea typeface="+mn-ea"/>
              <a:cs typeface="SCHIBSTED GROTESK BOLD" pitchFamily="2" charset="77"/>
            </a:endParaRPr>
          </a:p>
        </p:txBody>
      </p:sp>
      <p:sp>
        <p:nvSpPr>
          <p:cNvPr id="10" name="Title 1">
            <a:extLst>
              <a:ext uri="{FF2B5EF4-FFF2-40B4-BE49-F238E27FC236}">
                <a16:creationId xmlns:a16="http://schemas.microsoft.com/office/drawing/2014/main" id="{4E30535C-DFDA-BE99-D424-405B305B6357}"/>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15" name="Content Placeholder 2">
            <a:extLst>
              <a:ext uri="{FF2B5EF4-FFF2-40B4-BE49-F238E27FC236}">
                <a16:creationId xmlns:a16="http://schemas.microsoft.com/office/drawing/2014/main" id="{F98341B9-EBD3-2726-A182-FFE9759742A5}"/>
              </a:ext>
            </a:extLst>
          </p:cNvPr>
          <p:cNvSpPr>
            <a:spLocks noGrp="1"/>
          </p:cNvSpPr>
          <p:nvPr>
            <p:ph idx="1"/>
          </p:nvPr>
        </p:nvSpPr>
        <p:spPr>
          <a:xfrm>
            <a:off x="838200" y="1532209"/>
            <a:ext cx="5035416" cy="4644754"/>
          </a:xfrm>
        </p:spPr>
        <p:txBody>
          <a:bodyPr/>
          <a:lstStyle>
            <a:lvl1pPr>
              <a:defRPr sz="2000" b="0">
                <a:latin typeface="+mn-lt"/>
              </a:defRPr>
            </a:lvl1pPr>
            <a:lvl2pPr>
              <a:defRPr>
                <a:latin typeface="+mn-lt"/>
              </a:defRPr>
            </a:lvl2pPr>
            <a:lvl3pPr>
              <a:defRPr>
                <a:latin typeface="+mn-lt"/>
              </a:defRPr>
            </a:lvl3pPr>
            <a:lvl4pPr>
              <a:defRPr>
                <a:latin typeface="+mn-lt"/>
              </a:defRPr>
            </a:lvl4pPr>
            <a:lvl5pPr>
              <a:defRPr>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17" name="Text Placeholder 2">
            <a:extLst>
              <a:ext uri="{FF2B5EF4-FFF2-40B4-BE49-F238E27FC236}">
                <a16:creationId xmlns:a16="http://schemas.microsoft.com/office/drawing/2014/main" id="{6C7C4C26-0ADB-36ED-F454-544AFB1077CF}"/>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22" name="Date Placeholder 3">
            <a:extLst>
              <a:ext uri="{FF2B5EF4-FFF2-40B4-BE49-F238E27FC236}">
                <a16:creationId xmlns:a16="http://schemas.microsoft.com/office/drawing/2014/main" id="{653D73DB-230B-DC38-D40C-033FA177DA00}"/>
              </a:ext>
            </a:extLst>
          </p:cNvPr>
          <p:cNvSpPr>
            <a:spLocks noGrp="1"/>
          </p:cNvSpPr>
          <p:nvPr>
            <p:ph type="dt" sz="half" idx="10"/>
          </p:nvPr>
        </p:nvSpPr>
        <p:spPr>
          <a:xfrm>
            <a:off x="838200" y="629280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grpSp>
        <p:nvGrpSpPr>
          <p:cNvPr id="2" name="Group 1">
            <a:extLst>
              <a:ext uri="{FF2B5EF4-FFF2-40B4-BE49-F238E27FC236}">
                <a16:creationId xmlns:a16="http://schemas.microsoft.com/office/drawing/2014/main" id="{F1444B20-0B44-00BC-A98A-A9E114B30716}"/>
              </a:ext>
            </a:extLst>
          </p:cNvPr>
          <p:cNvGrpSpPr/>
          <p:nvPr userDrawn="1"/>
        </p:nvGrpSpPr>
        <p:grpSpPr>
          <a:xfrm>
            <a:off x="0" y="-9598"/>
            <a:ext cx="12174398" cy="689695"/>
            <a:chOff x="0" y="-9598"/>
            <a:chExt cx="12174398" cy="689695"/>
          </a:xfrm>
        </p:grpSpPr>
        <p:cxnSp>
          <p:nvCxnSpPr>
            <p:cNvPr id="3" name="Straight Connector 2">
              <a:extLst>
                <a:ext uri="{FF2B5EF4-FFF2-40B4-BE49-F238E27FC236}">
                  <a16:creationId xmlns:a16="http://schemas.microsoft.com/office/drawing/2014/main" id="{A05CF2EF-360D-81F0-6627-D11620F3763B}"/>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Freeform: Shape 3">
              <a:extLst>
                <a:ext uri="{FF2B5EF4-FFF2-40B4-BE49-F238E27FC236}">
                  <a16:creationId xmlns:a16="http://schemas.microsoft.com/office/drawing/2014/main" id="{0C3FAF3A-E163-DC4F-E138-C787D9E71CDF}"/>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5" name="Picture Placeholder 4">
            <a:extLst>
              <a:ext uri="{FF2B5EF4-FFF2-40B4-BE49-F238E27FC236}">
                <a16:creationId xmlns:a16="http://schemas.microsoft.com/office/drawing/2014/main" id="{C6FB83CB-F367-31A8-C2B7-B2482ECA05D1}"/>
              </a:ext>
            </a:extLst>
          </p:cNvPr>
          <p:cNvSpPr>
            <a:spLocks noGrp="1"/>
          </p:cNvSpPr>
          <p:nvPr>
            <p:ph type="pic" sz="quarter" idx="15"/>
          </p:nvPr>
        </p:nvSpPr>
        <p:spPr>
          <a:xfrm>
            <a:off x="6203575" y="808609"/>
            <a:ext cx="6001559" cy="607021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1"/>
                </a:solidFill>
                <a:latin typeface="Schibsted Grotesk Bold" pitchFamily="2" charset="77"/>
                <a:cs typeface="Schibsted Grotesk Bold" pitchFamily="2" charset="77"/>
              </a:defRPr>
            </a:lvl1pPr>
          </a:lstStyle>
          <a:p>
            <a:pPr lvl="0"/>
            <a:r>
              <a:rPr lang="en-US" noProof="0"/>
              <a:t>Click icon to add picture</a:t>
            </a:r>
          </a:p>
        </p:txBody>
      </p:sp>
    </p:spTree>
    <p:extLst>
      <p:ext uri="{BB962C8B-B14F-4D97-AF65-F5344CB8AC3E}">
        <p14:creationId xmlns:p14="http://schemas.microsoft.com/office/powerpoint/2010/main" val="3485842748"/>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4181" y="3256383"/>
            <a:ext cx="3200400" cy="2920579"/>
          </a:xfrm>
        </p:spPr>
        <p:txBody>
          <a:bodyPr/>
          <a:lstStyle>
            <a:lvl1pPr>
              <a:defRPr sz="14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4181" y="2655354"/>
            <a:ext cx="3200400" cy="457200"/>
          </a:xfrm>
          <a:prstGeom prst="roundRect">
            <a:avLst/>
          </a:prstGeom>
        </p:spPr>
        <p:txBody>
          <a:bodyPr anchor="b"/>
          <a:lstStyle>
            <a:lvl1pPr marL="0" indent="0">
              <a:buNone/>
              <a:defRPr sz="16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0" name="Content Placeholder 2">
            <a:extLst>
              <a:ext uri="{FF2B5EF4-FFF2-40B4-BE49-F238E27FC236}">
                <a16:creationId xmlns:a16="http://schemas.microsoft.com/office/drawing/2014/main" id="{3F67DC82-C80E-9FA5-5DCA-081D9D5C3DF2}"/>
              </a:ext>
            </a:extLst>
          </p:cNvPr>
          <p:cNvSpPr>
            <a:spLocks noGrp="1"/>
          </p:cNvSpPr>
          <p:nvPr>
            <p:ph idx="14"/>
          </p:nvPr>
        </p:nvSpPr>
        <p:spPr>
          <a:xfrm>
            <a:off x="8153400" y="3256383"/>
            <a:ext cx="3203507" cy="2921520"/>
          </a:xfrm>
        </p:spPr>
        <p:txBody>
          <a:bodyPr/>
          <a:lstStyle>
            <a:lvl1pPr>
              <a:defRPr sz="14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3256383"/>
            <a:ext cx="3203507" cy="2920580"/>
          </a:xfrm>
        </p:spPr>
        <p:txBody>
          <a:bodyPr/>
          <a:lstStyle>
            <a:lvl1pPr>
              <a:defRPr sz="14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5344" y="2655354"/>
            <a:ext cx="3200400" cy="457200"/>
          </a:xfrm>
          <a:prstGeom prst="roundRect">
            <a:avLst/>
          </a:prstGeom>
        </p:spPr>
        <p:txBody>
          <a:bodyPr anchor="b"/>
          <a:lstStyle>
            <a:lvl1pPr marL="0" indent="0">
              <a:buNone/>
              <a:defRPr sz="16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52488" y="2655354"/>
            <a:ext cx="3200400" cy="457200"/>
          </a:xfrm>
          <a:prstGeom prst="roundRect">
            <a:avLst/>
          </a:prstGeom>
        </p:spPr>
        <p:txBody>
          <a:bodyPr anchor="b"/>
          <a:lstStyle>
            <a:lvl1pPr marL="0" indent="0">
              <a:buNone/>
              <a:defRPr sz="16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19" name="Picture Placeholder 19">
            <a:extLst>
              <a:ext uri="{FF2B5EF4-FFF2-40B4-BE49-F238E27FC236}">
                <a16:creationId xmlns:a16="http://schemas.microsoft.com/office/drawing/2014/main" id="{B3997858-86CC-7576-D1BA-5F4F598C31E8}"/>
              </a:ext>
            </a:extLst>
          </p:cNvPr>
          <p:cNvSpPr>
            <a:spLocks noGrp="1"/>
          </p:cNvSpPr>
          <p:nvPr>
            <p:ph type="pic" sz="quarter" idx="20"/>
          </p:nvPr>
        </p:nvSpPr>
        <p:spPr>
          <a:xfrm>
            <a:off x="1294696"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0" name="Picture Placeholder 19">
            <a:extLst>
              <a:ext uri="{FF2B5EF4-FFF2-40B4-BE49-F238E27FC236}">
                <a16:creationId xmlns:a16="http://schemas.microsoft.com/office/drawing/2014/main" id="{3E65CAAE-B04F-CF46-3145-4AA229EFC369}"/>
              </a:ext>
            </a:extLst>
          </p:cNvPr>
          <p:cNvSpPr>
            <a:spLocks noGrp="1"/>
          </p:cNvSpPr>
          <p:nvPr>
            <p:ph type="pic" sz="quarter" idx="25"/>
          </p:nvPr>
        </p:nvSpPr>
        <p:spPr>
          <a:xfrm>
            <a:off x="4954305"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1" name="Picture Placeholder 19">
            <a:extLst>
              <a:ext uri="{FF2B5EF4-FFF2-40B4-BE49-F238E27FC236}">
                <a16:creationId xmlns:a16="http://schemas.microsoft.com/office/drawing/2014/main" id="{027DF342-C2F5-BBD6-8F4C-3B48F9DEECE3}"/>
              </a:ext>
            </a:extLst>
          </p:cNvPr>
          <p:cNvSpPr>
            <a:spLocks noGrp="1"/>
          </p:cNvSpPr>
          <p:nvPr>
            <p:ph type="pic" sz="quarter" idx="26"/>
          </p:nvPr>
        </p:nvSpPr>
        <p:spPr>
          <a:xfrm>
            <a:off x="8613003"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Tree>
    <p:extLst>
      <p:ext uri="{BB962C8B-B14F-4D97-AF65-F5344CB8AC3E}">
        <p14:creationId xmlns:p14="http://schemas.microsoft.com/office/powerpoint/2010/main" val="13025915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Text Placeholder 32">
            <a:extLst>
              <a:ext uri="{FF2B5EF4-FFF2-40B4-BE49-F238E27FC236}">
                <a16:creationId xmlns:a16="http://schemas.microsoft.com/office/drawing/2014/main" id="{82D4F9CD-3196-A275-C402-E03F0A1577A3}"/>
              </a:ext>
            </a:extLst>
          </p:cNvPr>
          <p:cNvSpPr>
            <a:spLocks noGrp="1"/>
          </p:cNvSpPr>
          <p:nvPr>
            <p:ph type="body" sz="quarter" idx="23"/>
          </p:nvPr>
        </p:nvSpPr>
        <p:spPr>
          <a:xfrm>
            <a:off x="455671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18" name="Text Placeholder 32">
            <a:extLst>
              <a:ext uri="{FF2B5EF4-FFF2-40B4-BE49-F238E27FC236}">
                <a16:creationId xmlns:a16="http://schemas.microsoft.com/office/drawing/2014/main" id="{CD0F6261-F17E-2CC5-3020-24400BBA924A}"/>
              </a:ext>
            </a:extLst>
          </p:cNvPr>
          <p:cNvSpPr>
            <a:spLocks noGrp="1" noChangeAspect="1"/>
          </p:cNvSpPr>
          <p:nvPr>
            <p:ph type="body" sz="quarter" idx="19"/>
          </p:nvPr>
        </p:nvSpPr>
        <p:spPr>
          <a:xfrm>
            <a:off x="5236152"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23" name="Text Placeholder 32">
            <a:extLst>
              <a:ext uri="{FF2B5EF4-FFF2-40B4-BE49-F238E27FC236}">
                <a16:creationId xmlns:a16="http://schemas.microsoft.com/office/drawing/2014/main" id="{CD82881F-1C60-A118-957C-F8C7AE327E56}"/>
              </a:ext>
            </a:extLst>
          </p:cNvPr>
          <p:cNvSpPr>
            <a:spLocks noGrp="1"/>
          </p:cNvSpPr>
          <p:nvPr>
            <p:ph type="body" sz="quarter" idx="24"/>
          </p:nvPr>
        </p:nvSpPr>
        <p:spPr>
          <a:xfrm>
            <a:off x="731003"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5" name="Text Placeholder 32">
            <a:extLst>
              <a:ext uri="{FF2B5EF4-FFF2-40B4-BE49-F238E27FC236}">
                <a16:creationId xmlns:a16="http://schemas.microsoft.com/office/drawing/2014/main" id="{F4D31BDB-3DF7-3AB7-B9D0-D9E5FF137657}"/>
              </a:ext>
            </a:extLst>
          </p:cNvPr>
          <p:cNvSpPr>
            <a:spLocks noGrp="1"/>
          </p:cNvSpPr>
          <p:nvPr>
            <p:ph type="body" sz="quarter" idx="26"/>
          </p:nvPr>
        </p:nvSpPr>
        <p:spPr>
          <a:xfrm>
            <a:off x="838242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8" name="Text Placeholder 2">
            <a:extLst>
              <a:ext uri="{FF2B5EF4-FFF2-40B4-BE49-F238E27FC236}">
                <a16:creationId xmlns:a16="http://schemas.microsoft.com/office/drawing/2014/main" id="{2285408F-EC19-4DA6-AB29-EA683DB57762}"/>
              </a:ext>
            </a:extLst>
          </p:cNvPr>
          <p:cNvSpPr>
            <a:spLocks noGrp="1"/>
          </p:cNvSpPr>
          <p:nvPr>
            <p:ph type="body" idx="13" hasCustomPrompt="1"/>
          </p:nvPr>
        </p:nvSpPr>
        <p:spPr>
          <a:xfrm>
            <a:off x="836191" y="819456"/>
            <a:ext cx="105156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32">
            <a:extLst>
              <a:ext uri="{FF2B5EF4-FFF2-40B4-BE49-F238E27FC236}">
                <a16:creationId xmlns:a16="http://schemas.microsoft.com/office/drawing/2014/main" id="{BDC410FB-5C84-B039-5CD4-9327E21FEE21}"/>
              </a:ext>
            </a:extLst>
          </p:cNvPr>
          <p:cNvSpPr>
            <a:spLocks noGrp="1" noChangeAspect="1"/>
          </p:cNvSpPr>
          <p:nvPr>
            <p:ph type="body" sz="quarter" idx="28"/>
          </p:nvPr>
        </p:nvSpPr>
        <p:spPr>
          <a:xfrm>
            <a:off x="1412450"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13" name="Text Placeholder 32">
            <a:extLst>
              <a:ext uri="{FF2B5EF4-FFF2-40B4-BE49-F238E27FC236}">
                <a16:creationId xmlns:a16="http://schemas.microsoft.com/office/drawing/2014/main" id="{93EB3850-F46A-7F40-6EDF-8A505981BA52}"/>
              </a:ext>
            </a:extLst>
          </p:cNvPr>
          <p:cNvSpPr>
            <a:spLocks noGrp="1" noChangeAspect="1"/>
          </p:cNvSpPr>
          <p:nvPr>
            <p:ph type="body" sz="quarter" idx="29"/>
          </p:nvPr>
        </p:nvSpPr>
        <p:spPr>
          <a:xfrm>
            <a:off x="9059854"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Tree>
    <p:extLst>
      <p:ext uri="{BB962C8B-B14F-4D97-AF65-F5344CB8AC3E}">
        <p14:creationId xmlns:p14="http://schemas.microsoft.com/office/powerpoint/2010/main" val="4189728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3" name="Picture Placeholder 4">
            <a:extLst>
              <a:ext uri="{FF2B5EF4-FFF2-40B4-BE49-F238E27FC236}">
                <a16:creationId xmlns:a16="http://schemas.microsoft.com/office/drawing/2014/main" id="{14C568E1-65EC-A505-EF2D-BE9758203DDC}"/>
              </a:ext>
            </a:extLst>
          </p:cNvPr>
          <p:cNvSpPr txBox="1">
            <a:spLocks/>
          </p:cNvSpPr>
          <p:nvPr userDrawn="1"/>
        </p:nvSpPr>
        <p:spPr>
          <a:xfrm>
            <a:off x="6318386" y="937309"/>
            <a:ext cx="5873614" cy="594042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solidFill>
            <a:schemeClr val="bg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2" name="Title 1">
            <a:extLst>
              <a:ext uri="{FF2B5EF4-FFF2-40B4-BE49-F238E27FC236}">
                <a16:creationId xmlns:a16="http://schemas.microsoft.com/office/drawing/2014/main" id="{523A7CC5-62EC-C755-E113-77487C31B6F8}"/>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E9733830-4C87-211B-5652-E01C64BA4BB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4" name="Slide Number Placeholder 3">
            <a:extLst>
              <a:ext uri="{FF2B5EF4-FFF2-40B4-BE49-F238E27FC236}">
                <a16:creationId xmlns:a16="http://schemas.microsoft.com/office/drawing/2014/main" id="{BEC1693D-25F4-6B93-6B7D-EB3A856DCBDB}"/>
              </a:ext>
            </a:extLst>
          </p:cNvPr>
          <p:cNvSpPr>
            <a:spLocks noGrp="1"/>
          </p:cNvSpPr>
          <p:nvPr>
            <p:ph type="sldNum"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grpSp>
        <p:nvGrpSpPr>
          <p:cNvPr id="11" name="Group 10">
            <a:extLst>
              <a:ext uri="{FF2B5EF4-FFF2-40B4-BE49-F238E27FC236}">
                <a16:creationId xmlns:a16="http://schemas.microsoft.com/office/drawing/2014/main" id="{4E3B9152-B094-BD0A-EB7B-17EEA252F461}"/>
              </a:ext>
            </a:extLst>
          </p:cNvPr>
          <p:cNvGrpSpPr/>
          <p:nvPr userDrawn="1"/>
        </p:nvGrpSpPr>
        <p:grpSpPr>
          <a:xfrm>
            <a:off x="0" y="-9598"/>
            <a:ext cx="12174398" cy="689695"/>
            <a:chOff x="0" y="-9598"/>
            <a:chExt cx="12174398" cy="689695"/>
          </a:xfrm>
        </p:grpSpPr>
        <p:cxnSp>
          <p:nvCxnSpPr>
            <p:cNvPr id="12" name="Straight Connector 11">
              <a:extLst>
                <a:ext uri="{FF2B5EF4-FFF2-40B4-BE49-F238E27FC236}">
                  <a16:creationId xmlns:a16="http://schemas.microsoft.com/office/drawing/2014/main" id="{F8907D14-6139-A2FB-F6A5-FD8548C5DF48}"/>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30F0B43E-0CA1-EA7B-E916-DA68E3BDB793}"/>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15" name="Picture Placeholder 19">
            <a:extLst>
              <a:ext uri="{FF2B5EF4-FFF2-40B4-BE49-F238E27FC236}">
                <a16:creationId xmlns:a16="http://schemas.microsoft.com/office/drawing/2014/main" id="{AC0526FD-276B-C626-14A7-3043D64C6525}"/>
              </a:ext>
            </a:extLst>
          </p:cNvPr>
          <p:cNvSpPr>
            <a:spLocks noGrp="1"/>
          </p:cNvSpPr>
          <p:nvPr>
            <p:ph type="pic" sz="quarter" idx="20"/>
          </p:nvPr>
        </p:nvSpPr>
        <p:spPr>
          <a:xfrm>
            <a:off x="8785781" y="1159091"/>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8" name="Picture Placeholder 19">
            <a:extLst>
              <a:ext uri="{FF2B5EF4-FFF2-40B4-BE49-F238E27FC236}">
                <a16:creationId xmlns:a16="http://schemas.microsoft.com/office/drawing/2014/main" id="{73E3A124-681D-6890-F13F-2E6B50054575}"/>
              </a:ext>
            </a:extLst>
          </p:cNvPr>
          <p:cNvSpPr>
            <a:spLocks noGrp="1"/>
          </p:cNvSpPr>
          <p:nvPr>
            <p:ph type="pic" sz="quarter" idx="21"/>
          </p:nvPr>
        </p:nvSpPr>
        <p:spPr>
          <a:xfrm>
            <a:off x="8785781" y="5058840"/>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9" name="Picture Placeholder 19">
            <a:extLst>
              <a:ext uri="{FF2B5EF4-FFF2-40B4-BE49-F238E27FC236}">
                <a16:creationId xmlns:a16="http://schemas.microsoft.com/office/drawing/2014/main" id="{21D43A0F-149C-D4C6-F977-AD04BC090520}"/>
              </a:ext>
            </a:extLst>
          </p:cNvPr>
          <p:cNvSpPr>
            <a:spLocks noGrp="1"/>
          </p:cNvSpPr>
          <p:nvPr>
            <p:ph type="pic" sz="quarter" idx="22"/>
          </p:nvPr>
        </p:nvSpPr>
        <p:spPr>
          <a:xfrm>
            <a:off x="8785780" y="3104252"/>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1" name="Content Placeholder 2">
            <a:extLst>
              <a:ext uri="{FF2B5EF4-FFF2-40B4-BE49-F238E27FC236}">
                <a16:creationId xmlns:a16="http://schemas.microsoft.com/office/drawing/2014/main" id="{5A8A3128-4F97-7F3B-29AB-B925E43E7DEF}"/>
              </a:ext>
            </a:extLst>
          </p:cNvPr>
          <p:cNvSpPr>
            <a:spLocks noGrp="1"/>
          </p:cNvSpPr>
          <p:nvPr>
            <p:ph idx="1"/>
          </p:nvPr>
        </p:nvSpPr>
        <p:spPr>
          <a:xfrm>
            <a:off x="838200" y="1532209"/>
            <a:ext cx="5035416" cy="4644754"/>
          </a:xfrm>
        </p:spPr>
        <p:txBody>
          <a:bodyPr/>
          <a:lstStyle>
            <a:lvl1pPr>
              <a:defRPr sz="1800" b="0">
                <a:latin typeface="+mn-lt"/>
              </a:defRPr>
            </a:lvl1pPr>
            <a:lvl2pPr>
              <a:defRPr>
                <a:latin typeface="+mn-lt"/>
              </a:defRPr>
            </a:lvl2pPr>
            <a:lvl3pPr>
              <a:defRPr>
                <a:latin typeface="+mn-lt"/>
              </a:defRPr>
            </a:lvl3pPr>
            <a:lvl4pPr>
              <a:defRPr>
                <a:latin typeface="+mn-lt"/>
              </a:defRPr>
            </a:lvl4pPr>
            <a:lvl5pPr>
              <a:defRPr>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22" name="Text Placeholder 2">
            <a:extLst>
              <a:ext uri="{FF2B5EF4-FFF2-40B4-BE49-F238E27FC236}">
                <a16:creationId xmlns:a16="http://schemas.microsoft.com/office/drawing/2014/main" id="{4E90F3AD-8458-F174-1F2E-61CB4FC0EEBC}"/>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Tree>
    <p:extLst>
      <p:ext uri="{BB962C8B-B14F-4D97-AF65-F5344CB8AC3E}">
        <p14:creationId xmlns:p14="http://schemas.microsoft.com/office/powerpoint/2010/main" val="30312302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8208147A-7A59-A51D-66A4-F4D9B99BCF13}"/>
              </a:ext>
            </a:extLst>
          </p:cNvPr>
          <p:cNvSpPr/>
          <p:nvPr userDrawn="1"/>
        </p:nvSpPr>
        <p:spPr>
          <a:xfrm flipH="1">
            <a:off x="4981824" y="-6393"/>
            <a:ext cx="7229029" cy="502571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11" name="Picture Placeholder 4">
            <a:extLst>
              <a:ext uri="{FF2B5EF4-FFF2-40B4-BE49-F238E27FC236}">
                <a16:creationId xmlns:a16="http://schemas.microsoft.com/office/drawing/2014/main" id="{6776259F-AF3D-CBA3-3C4A-5358714487CE}"/>
              </a:ext>
            </a:extLst>
          </p:cNvPr>
          <p:cNvSpPr>
            <a:spLocks noGrp="1"/>
          </p:cNvSpPr>
          <p:nvPr>
            <p:ph type="pic" sz="quarter" idx="14"/>
          </p:nvPr>
        </p:nvSpPr>
        <p:spPr>
          <a:xfrm>
            <a:off x="5722071" y="1325640"/>
            <a:ext cx="6488784" cy="5532361"/>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2381228 w 8262794"/>
              <a:gd name="connsiteY0" fmla="*/ 1133627 h 6382945"/>
              <a:gd name="connsiteX1" fmla="*/ 5531504 w 8262794"/>
              <a:gd name="connsiteY1" fmla="*/ 16 h 6382945"/>
              <a:gd name="connsiteX2" fmla="*/ 7183294 w 8262794"/>
              <a:gd name="connsiteY2" fmla="*/ 951919 h 6382945"/>
              <a:gd name="connsiteX3" fmla="*/ 8262794 w 8262794"/>
              <a:gd name="connsiteY3" fmla="*/ 3530019 h 6382945"/>
              <a:gd name="connsiteX4" fmla="*/ 8244179 w 8262794"/>
              <a:gd name="connsiteY4" fmla="*/ 6382945 h 6382945"/>
              <a:gd name="connsiteX5" fmla="*/ 0 w 8262794"/>
              <a:gd name="connsiteY5" fmla="*/ 6374557 h 6382945"/>
              <a:gd name="connsiteX6" fmla="*/ 558290 w 8262794"/>
              <a:gd name="connsiteY6" fmla="*/ 4967074 h 6382945"/>
              <a:gd name="connsiteX7" fmla="*/ 2352037 w 8262794"/>
              <a:gd name="connsiteY7" fmla="*/ 3526750 h 6382945"/>
              <a:gd name="connsiteX8" fmla="*/ 2381228 w 8262794"/>
              <a:gd name="connsiteY8" fmla="*/ 1133627 h 6382945"/>
              <a:gd name="connsiteX0" fmla="*/ 2381228 w 8262794"/>
              <a:gd name="connsiteY0" fmla="*/ 1625991 h 6875309"/>
              <a:gd name="connsiteX1" fmla="*/ 4552627 w 8262794"/>
              <a:gd name="connsiteY1" fmla="*/ 11 h 6875309"/>
              <a:gd name="connsiteX2" fmla="*/ 7183294 w 8262794"/>
              <a:gd name="connsiteY2" fmla="*/ 1444283 h 6875309"/>
              <a:gd name="connsiteX3" fmla="*/ 8262794 w 8262794"/>
              <a:gd name="connsiteY3" fmla="*/ 4022383 h 6875309"/>
              <a:gd name="connsiteX4" fmla="*/ 8244179 w 8262794"/>
              <a:gd name="connsiteY4" fmla="*/ 6875309 h 6875309"/>
              <a:gd name="connsiteX5" fmla="*/ 0 w 8262794"/>
              <a:gd name="connsiteY5" fmla="*/ 6866921 h 6875309"/>
              <a:gd name="connsiteX6" fmla="*/ 558290 w 8262794"/>
              <a:gd name="connsiteY6" fmla="*/ 5459438 h 6875309"/>
              <a:gd name="connsiteX7" fmla="*/ 2352037 w 8262794"/>
              <a:gd name="connsiteY7" fmla="*/ 4019114 h 6875309"/>
              <a:gd name="connsiteX8" fmla="*/ 2381228 w 8262794"/>
              <a:gd name="connsiteY8" fmla="*/ 1625991 h 6875309"/>
              <a:gd name="connsiteX0" fmla="*/ 2381228 w 8338129"/>
              <a:gd name="connsiteY0" fmla="*/ 2019778 h 7269096"/>
              <a:gd name="connsiteX1" fmla="*/ 4552627 w 8338129"/>
              <a:gd name="connsiteY1" fmla="*/ 393798 h 7269096"/>
              <a:gd name="connsiteX2" fmla="*/ 8214924 w 8338129"/>
              <a:gd name="connsiteY2" fmla="*/ 437163 h 7269096"/>
              <a:gd name="connsiteX3" fmla="*/ 8262794 w 8338129"/>
              <a:gd name="connsiteY3" fmla="*/ 4416170 h 7269096"/>
              <a:gd name="connsiteX4" fmla="*/ 8244179 w 8338129"/>
              <a:gd name="connsiteY4" fmla="*/ 7269096 h 7269096"/>
              <a:gd name="connsiteX5" fmla="*/ 0 w 8338129"/>
              <a:gd name="connsiteY5" fmla="*/ 7260708 h 7269096"/>
              <a:gd name="connsiteX6" fmla="*/ 558290 w 8338129"/>
              <a:gd name="connsiteY6" fmla="*/ 5853225 h 7269096"/>
              <a:gd name="connsiteX7" fmla="*/ 2352037 w 8338129"/>
              <a:gd name="connsiteY7" fmla="*/ 4412901 h 7269096"/>
              <a:gd name="connsiteX8" fmla="*/ 2381228 w 8338129"/>
              <a:gd name="connsiteY8" fmla="*/ 2019778 h 7269096"/>
              <a:gd name="connsiteX0" fmla="*/ 2381228 w 8262794"/>
              <a:gd name="connsiteY0" fmla="*/ 1625992 h 6875310"/>
              <a:gd name="connsiteX1" fmla="*/ 4552627 w 8262794"/>
              <a:gd name="connsiteY1" fmla="*/ 12 h 6875310"/>
              <a:gd name="connsiteX2" fmla="*/ 7640493 w 8262794"/>
              <a:gd name="connsiteY2" fmla="*/ 1327054 h 6875310"/>
              <a:gd name="connsiteX3" fmla="*/ 8262794 w 8262794"/>
              <a:gd name="connsiteY3" fmla="*/ 4022384 h 6875310"/>
              <a:gd name="connsiteX4" fmla="*/ 8244179 w 8262794"/>
              <a:gd name="connsiteY4" fmla="*/ 6875310 h 6875310"/>
              <a:gd name="connsiteX5" fmla="*/ 0 w 8262794"/>
              <a:gd name="connsiteY5" fmla="*/ 6866922 h 6875310"/>
              <a:gd name="connsiteX6" fmla="*/ 558290 w 8262794"/>
              <a:gd name="connsiteY6" fmla="*/ 5459439 h 6875310"/>
              <a:gd name="connsiteX7" fmla="*/ 2352037 w 8262794"/>
              <a:gd name="connsiteY7" fmla="*/ 4019115 h 6875310"/>
              <a:gd name="connsiteX8" fmla="*/ 2381228 w 8262794"/>
              <a:gd name="connsiteY8" fmla="*/ 1625992 h 6875310"/>
              <a:gd name="connsiteX0" fmla="*/ 2381228 w 8262794"/>
              <a:gd name="connsiteY0" fmla="*/ 1625992 h 6875310"/>
              <a:gd name="connsiteX1" fmla="*/ 4552627 w 8262794"/>
              <a:gd name="connsiteY1" fmla="*/ 12 h 6875310"/>
              <a:gd name="connsiteX2" fmla="*/ 8262794 w 8262794"/>
              <a:gd name="connsiteY2" fmla="*/ 4022384 h 6875310"/>
              <a:gd name="connsiteX3" fmla="*/ 8244179 w 8262794"/>
              <a:gd name="connsiteY3" fmla="*/ 6875310 h 6875310"/>
              <a:gd name="connsiteX4" fmla="*/ 0 w 8262794"/>
              <a:gd name="connsiteY4" fmla="*/ 6866922 h 6875310"/>
              <a:gd name="connsiteX5" fmla="*/ 558290 w 8262794"/>
              <a:gd name="connsiteY5" fmla="*/ 5459439 h 6875310"/>
              <a:gd name="connsiteX6" fmla="*/ 2352037 w 8262794"/>
              <a:gd name="connsiteY6" fmla="*/ 4019115 h 6875310"/>
              <a:gd name="connsiteX7" fmla="*/ 2381228 w 8262794"/>
              <a:gd name="connsiteY7" fmla="*/ 1625992 h 6875310"/>
              <a:gd name="connsiteX0" fmla="*/ 2381228 w 8245412"/>
              <a:gd name="connsiteY0" fmla="*/ 2042061 h 7291379"/>
              <a:gd name="connsiteX1" fmla="*/ 4552627 w 8245412"/>
              <a:gd name="connsiteY1" fmla="*/ 416081 h 7291379"/>
              <a:gd name="connsiteX2" fmla="*/ 8221764 w 8245412"/>
              <a:gd name="connsiteY2" fmla="*/ 435022 h 7291379"/>
              <a:gd name="connsiteX3" fmla="*/ 8244179 w 8245412"/>
              <a:gd name="connsiteY3" fmla="*/ 7291379 h 7291379"/>
              <a:gd name="connsiteX4" fmla="*/ 0 w 8245412"/>
              <a:gd name="connsiteY4" fmla="*/ 7282991 h 7291379"/>
              <a:gd name="connsiteX5" fmla="*/ 558290 w 8245412"/>
              <a:gd name="connsiteY5" fmla="*/ 5875508 h 7291379"/>
              <a:gd name="connsiteX6" fmla="*/ 2352037 w 8245412"/>
              <a:gd name="connsiteY6" fmla="*/ 4435184 h 7291379"/>
              <a:gd name="connsiteX7" fmla="*/ 2381228 w 8245412"/>
              <a:gd name="connsiteY7" fmla="*/ 2042061 h 7291379"/>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6209 h 6875527"/>
              <a:gd name="connsiteX1" fmla="*/ 4552627 w 8245412"/>
              <a:gd name="connsiteY1" fmla="*/ 229 h 6875527"/>
              <a:gd name="connsiteX2" fmla="*/ 8221764 w 8245412"/>
              <a:gd name="connsiteY2" fmla="*/ 19170 h 6875527"/>
              <a:gd name="connsiteX3" fmla="*/ 8244179 w 8245412"/>
              <a:gd name="connsiteY3" fmla="*/ 6875527 h 6875527"/>
              <a:gd name="connsiteX4" fmla="*/ 0 w 8245412"/>
              <a:gd name="connsiteY4" fmla="*/ 6867139 h 6875527"/>
              <a:gd name="connsiteX5" fmla="*/ 558290 w 8245412"/>
              <a:gd name="connsiteY5" fmla="*/ 5459656 h 6875527"/>
              <a:gd name="connsiteX6" fmla="*/ 2352037 w 8245412"/>
              <a:gd name="connsiteY6" fmla="*/ 4019332 h 6875527"/>
              <a:gd name="connsiteX7" fmla="*/ 2381228 w 8245412"/>
              <a:gd name="connsiteY7" fmla="*/ 1626209 h 6875527"/>
              <a:gd name="connsiteX0" fmla="*/ 2352037 w 8245412"/>
              <a:gd name="connsiteY0" fmla="*/ 4019103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6" fmla="*/ 2352037 w 8245412"/>
              <a:gd name="connsiteY6" fmla="*/ 4019103 h 6875298"/>
              <a:gd name="connsiteX0" fmla="*/ 558290 w 8245412"/>
              <a:gd name="connsiteY0" fmla="*/ 5459427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0" fmla="*/ 65530 w 7752652"/>
              <a:gd name="connsiteY0" fmla="*/ 5459427 h 6875298"/>
              <a:gd name="connsiteX1" fmla="*/ 4059867 w 7752652"/>
              <a:gd name="connsiteY1" fmla="*/ 0 h 6875298"/>
              <a:gd name="connsiteX2" fmla="*/ 7729004 w 7752652"/>
              <a:gd name="connsiteY2" fmla="*/ 18941 h 6875298"/>
              <a:gd name="connsiteX3" fmla="*/ 7751419 w 7752652"/>
              <a:gd name="connsiteY3" fmla="*/ 6875298 h 6875298"/>
              <a:gd name="connsiteX4" fmla="*/ 409917 w 7752652"/>
              <a:gd name="connsiteY4" fmla="*/ 6861048 h 6875298"/>
              <a:gd name="connsiteX5" fmla="*/ 65530 w 7752652"/>
              <a:gd name="connsiteY5" fmla="*/ 5459427 h 6875298"/>
              <a:gd name="connsiteX0" fmla="*/ 370721 w 8057843"/>
              <a:gd name="connsiteY0" fmla="*/ 5459427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370721 w 8057843"/>
              <a:gd name="connsiteY5" fmla="*/ 5459427 h 6875298"/>
              <a:gd name="connsiteX0" fmla="*/ 2228829 w 8057843"/>
              <a:gd name="connsiteY0" fmla="*/ 1549781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228829 w 8057843"/>
              <a:gd name="connsiteY5" fmla="*/ 1549781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10 h 6875304"/>
              <a:gd name="connsiteX1" fmla="*/ 4365058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775366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687443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0450 h 6869444"/>
              <a:gd name="connsiteX1" fmla="*/ 4599520 w 8057843"/>
              <a:gd name="connsiteY1" fmla="*/ 7 h 6869444"/>
              <a:gd name="connsiteX2" fmla="*/ 8034195 w 8057843"/>
              <a:gd name="connsiteY2" fmla="*/ 13087 h 6869444"/>
              <a:gd name="connsiteX3" fmla="*/ 8056610 w 8057843"/>
              <a:gd name="connsiteY3" fmla="*/ 6869444 h 6869444"/>
              <a:gd name="connsiteX4" fmla="*/ 0 w 8057843"/>
              <a:gd name="connsiteY4" fmla="*/ 6861055 h 6869444"/>
              <a:gd name="connsiteX5" fmla="*/ 2058845 w 8057843"/>
              <a:gd name="connsiteY5" fmla="*/ 1860450 h 6869444"/>
              <a:gd name="connsiteX0" fmla="*/ 2058845 w 8057843"/>
              <a:gd name="connsiteY0" fmla="*/ 1861151 h 6870145"/>
              <a:gd name="connsiteX1" fmla="*/ 4599520 w 8057843"/>
              <a:gd name="connsiteY1" fmla="*/ 708 h 6870145"/>
              <a:gd name="connsiteX2" fmla="*/ 8034195 w 8057843"/>
              <a:gd name="connsiteY2" fmla="*/ 13788 h 6870145"/>
              <a:gd name="connsiteX3" fmla="*/ 8056610 w 8057843"/>
              <a:gd name="connsiteY3" fmla="*/ 6870145 h 6870145"/>
              <a:gd name="connsiteX4" fmla="*/ 0 w 8057843"/>
              <a:gd name="connsiteY4" fmla="*/ 6861756 h 6870145"/>
              <a:gd name="connsiteX5" fmla="*/ 2058845 w 8057843"/>
              <a:gd name="connsiteY5" fmla="*/ 1861151 h 687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7843" h="6870145">
                <a:moveTo>
                  <a:pt x="2058845" y="1861151"/>
                </a:moveTo>
                <a:cubicBezTo>
                  <a:pt x="2741416" y="353250"/>
                  <a:pt x="3474675" y="-18667"/>
                  <a:pt x="4599520" y="708"/>
                </a:cubicBezTo>
                <a:lnTo>
                  <a:pt x="8034195" y="13788"/>
                </a:lnTo>
                <a:cubicBezTo>
                  <a:pt x="8024742" y="978226"/>
                  <a:pt x="8065317" y="6168514"/>
                  <a:pt x="8056610" y="6870145"/>
                </a:cubicBezTo>
                <a:lnTo>
                  <a:pt x="0" y="6861756"/>
                </a:lnTo>
                <a:cubicBezTo>
                  <a:pt x="184403" y="6373732"/>
                  <a:pt x="1707870" y="2678685"/>
                  <a:pt x="2058845" y="1861151"/>
                </a:cubicBezTo>
                <a:close/>
              </a:path>
            </a:pathLst>
          </a:custGeom>
          <a:pattFill prst="pct5">
            <a:fgClr>
              <a:schemeClr val="bg1"/>
            </a:fgClr>
            <a:bgClr>
              <a:schemeClr val="bg1">
                <a:lumMod val="75000"/>
              </a:schemeClr>
            </a:bgClr>
          </a:pattFill>
        </p:spPr>
        <p:txBody>
          <a:bodyPr lIns="2340000" tIns="1332000" rIns="720000" rtlCol="0">
            <a:normAutofit/>
          </a:bodyPr>
          <a:lstStyle>
            <a:lvl1pPr marL="0" indent="0" algn="ctr">
              <a:buFontTx/>
              <a:buNone/>
              <a:defRPr sz="1200" b="0" i="0">
                <a:solidFill>
                  <a:schemeClr val="tx1"/>
                </a:solidFill>
                <a:latin typeface="Schibsted Grotesk Bold" pitchFamily="2" charset="77"/>
              </a:defRPr>
            </a:lvl1pPr>
          </a:lstStyle>
          <a:p>
            <a:pPr lvl="0"/>
            <a:r>
              <a:rPr lang="en-US" noProof="0"/>
              <a:t>Click icon to add picture</a:t>
            </a:r>
          </a:p>
        </p:txBody>
      </p:sp>
      <p:sp>
        <p:nvSpPr>
          <p:cNvPr id="3" name="Date Placeholder 2">
            <a:extLst>
              <a:ext uri="{FF2B5EF4-FFF2-40B4-BE49-F238E27FC236}">
                <a16:creationId xmlns:a16="http://schemas.microsoft.com/office/drawing/2014/main" id="{886FE7AB-CFBE-39A6-A332-CD36E3A3723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4" name="Slide Number Placeholder 3">
            <a:extLst>
              <a:ext uri="{FF2B5EF4-FFF2-40B4-BE49-F238E27FC236}">
                <a16:creationId xmlns:a16="http://schemas.microsoft.com/office/drawing/2014/main" id="{AC9765F2-44B3-0048-9322-6338B7E7528C}"/>
              </a:ext>
            </a:extLst>
          </p:cNvPr>
          <p:cNvSpPr>
            <a:spLocks noGrp="1"/>
          </p:cNvSpPr>
          <p:nvPr>
            <p:ph type="sldNum"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5" name="Rectangle 4">
            <a:extLst>
              <a:ext uri="{FF2B5EF4-FFF2-40B4-BE49-F238E27FC236}">
                <a16:creationId xmlns:a16="http://schemas.microsoft.com/office/drawing/2014/main" id="{CC6F7542-F15E-D9FD-C004-36E6DE9D3969}"/>
              </a:ext>
            </a:extLst>
          </p:cNvPr>
          <p:cNvSpPr/>
          <p:nvPr userDrawn="1"/>
        </p:nvSpPr>
        <p:spPr>
          <a:xfrm rot="10800000" flipH="1" flipV="1">
            <a:off x="-1" y="-4307"/>
            <a:ext cx="4531965" cy="1625717"/>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2" name="Title 1">
            <a:extLst>
              <a:ext uri="{FF2B5EF4-FFF2-40B4-BE49-F238E27FC236}">
                <a16:creationId xmlns:a16="http://schemas.microsoft.com/office/drawing/2014/main" id="{0ED45B87-0C75-83E9-7D08-FC7E242E0F3F}"/>
              </a:ext>
            </a:extLst>
          </p:cNvPr>
          <p:cNvSpPr>
            <a:spLocks noGrp="1"/>
          </p:cNvSpPr>
          <p:nvPr>
            <p:ph type="title"/>
          </p:nvPr>
        </p:nvSpPr>
        <p:spPr>
          <a:xfrm>
            <a:off x="284400" y="444465"/>
            <a:ext cx="3489926" cy="681037"/>
          </a:xfrm>
        </p:spPr>
        <p:txBody>
          <a:bodyPr/>
          <a:lstStyle>
            <a:lvl1pPr>
              <a:defRPr>
                <a:solidFill>
                  <a:schemeClr val="bg2"/>
                </a:solidFill>
              </a:defRPr>
            </a:lvl1pPr>
          </a:lstStyle>
          <a:p>
            <a:r>
              <a:rPr lang="en-US"/>
              <a:t>Click to edit Master title style</a:t>
            </a:r>
            <a:endParaRPr lang="en-GB"/>
          </a:p>
        </p:txBody>
      </p:sp>
      <p:sp>
        <p:nvSpPr>
          <p:cNvPr id="9" name="Content Placeholder 2">
            <a:extLst>
              <a:ext uri="{FF2B5EF4-FFF2-40B4-BE49-F238E27FC236}">
                <a16:creationId xmlns:a16="http://schemas.microsoft.com/office/drawing/2014/main" id="{BB2721B5-FBC4-52D9-4FCB-97982676E629}"/>
              </a:ext>
            </a:extLst>
          </p:cNvPr>
          <p:cNvSpPr>
            <a:spLocks noGrp="1"/>
          </p:cNvSpPr>
          <p:nvPr>
            <p:ph idx="1"/>
          </p:nvPr>
        </p:nvSpPr>
        <p:spPr>
          <a:xfrm>
            <a:off x="341639" y="1850714"/>
            <a:ext cx="5267309" cy="4041039"/>
          </a:xfrm>
        </p:spPr>
        <p:txBody>
          <a:bodyPr/>
          <a:lstStyle>
            <a:lvl1pPr>
              <a:defRPr sz="2000" b="0">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Tree>
    <p:extLst>
      <p:ext uri="{BB962C8B-B14F-4D97-AF65-F5344CB8AC3E}">
        <p14:creationId xmlns:p14="http://schemas.microsoft.com/office/powerpoint/2010/main" val="7051384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59E2F15-9886-E490-D281-D8958469BBE6}"/>
              </a:ext>
            </a:extLst>
          </p:cNvPr>
          <p:cNvSpPr>
            <a:spLocks noGrp="1"/>
          </p:cNvSpPr>
          <p:nvPr>
            <p:ph sz="quarter" idx="14"/>
          </p:nvPr>
        </p:nvSpPr>
        <p:spPr>
          <a:xfrm>
            <a:off x="836613" y="1527175"/>
            <a:ext cx="10515600" cy="465137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a:xfrm>
            <a:off x="284400" y="6292800"/>
            <a:ext cx="55179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10515600" cy="457200"/>
          </a:xfrm>
          <a:prstGeom prst="roundRect">
            <a:avLst/>
          </a:prstGeom>
        </p:spPr>
        <p:txBody>
          <a:bodyPr anchor="b"/>
          <a:lstStyle>
            <a:lvl1pPr marL="0" indent="0">
              <a:buNone/>
              <a:defRPr sz="28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21" name="Group 20">
            <a:extLst>
              <a:ext uri="{FF2B5EF4-FFF2-40B4-BE49-F238E27FC236}">
                <a16:creationId xmlns:a16="http://schemas.microsoft.com/office/drawing/2014/main" id="{F12D7FB3-7B00-0F04-883F-0EA5497DBDF3}"/>
              </a:ext>
            </a:extLst>
          </p:cNvPr>
          <p:cNvGrpSpPr/>
          <p:nvPr userDrawn="1"/>
        </p:nvGrpSpPr>
        <p:grpSpPr>
          <a:xfrm>
            <a:off x="0" y="-9598"/>
            <a:ext cx="12174398" cy="689695"/>
            <a:chOff x="0" y="-9598"/>
            <a:chExt cx="12174398" cy="689695"/>
          </a:xfrm>
        </p:grpSpPr>
        <p:cxnSp>
          <p:nvCxnSpPr>
            <p:cNvPr id="22" name="Straight Connector 21">
              <a:extLst>
                <a:ext uri="{FF2B5EF4-FFF2-40B4-BE49-F238E27FC236}">
                  <a16:creationId xmlns:a16="http://schemas.microsoft.com/office/drawing/2014/main" id="{C934F59E-0553-927B-4AFB-7324F65CD1C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70B2AE1A-627F-3503-5412-FB105316466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Tree>
    <p:extLst>
      <p:ext uri="{BB962C8B-B14F-4D97-AF65-F5344CB8AC3E}">
        <p14:creationId xmlns:p14="http://schemas.microsoft.com/office/powerpoint/2010/main" val="30119758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9C6783E-E6C8-5609-E60B-7680BB9B1163}"/>
              </a:ext>
            </a:extLst>
          </p:cNvPr>
          <p:cNvSpPr>
            <a:spLocks noGrp="1"/>
          </p:cNvSpPr>
          <p:nvPr>
            <p:ph sz="quarter" idx="16"/>
          </p:nvPr>
        </p:nvSpPr>
        <p:spPr>
          <a:xfrm>
            <a:off x="836613" y="1531938"/>
            <a:ext cx="5035550" cy="4645025"/>
          </a:xfrm>
          <a:prstGeom prst="roundRect">
            <a:avLst>
              <a:gd name="adj" fmla="val 2055"/>
            </a:avLst>
          </a:prstGeo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2">
            <a:extLst>
              <a:ext uri="{FF2B5EF4-FFF2-40B4-BE49-F238E27FC236}">
                <a16:creationId xmlns:a16="http://schemas.microsoft.com/office/drawing/2014/main" id="{07D5CFEA-ED43-9A0D-8EEE-100093288D7B}"/>
              </a:ext>
            </a:extLst>
          </p:cNvPr>
          <p:cNvSpPr>
            <a:spLocks noGrp="1"/>
          </p:cNvSpPr>
          <p:nvPr>
            <p:ph type="body" idx="15" hasCustomPrompt="1"/>
          </p:nvPr>
        </p:nvSpPr>
        <p:spPr>
          <a:xfrm>
            <a:off x="6337797"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13" name="Group 12">
            <a:extLst>
              <a:ext uri="{FF2B5EF4-FFF2-40B4-BE49-F238E27FC236}">
                <a16:creationId xmlns:a16="http://schemas.microsoft.com/office/drawing/2014/main" id="{5B26751F-1800-E5B8-7BE5-64F4CA673845}"/>
              </a:ext>
            </a:extLst>
          </p:cNvPr>
          <p:cNvGrpSpPr/>
          <p:nvPr userDrawn="1"/>
        </p:nvGrpSpPr>
        <p:grpSpPr>
          <a:xfrm>
            <a:off x="0" y="-9598"/>
            <a:ext cx="12174398" cy="689695"/>
            <a:chOff x="0" y="-9598"/>
            <a:chExt cx="12174398" cy="689695"/>
          </a:xfrm>
        </p:grpSpPr>
        <p:cxnSp>
          <p:nvCxnSpPr>
            <p:cNvPr id="14" name="Straight Connector 13">
              <a:extLst>
                <a:ext uri="{FF2B5EF4-FFF2-40B4-BE49-F238E27FC236}">
                  <a16:creationId xmlns:a16="http://schemas.microsoft.com/office/drawing/2014/main" id="{7C9781F6-F189-3631-908B-F506778CA77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24EEBADD-7188-AD68-E229-384FBDF96CD5}"/>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8" name="Content Placeholder 6">
            <a:extLst>
              <a:ext uri="{FF2B5EF4-FFF2-40B4-BE49-F238E27FC236}">
                <a16:creationId xmlns:a16="http://schemas.microsoft.com/office/drawing/2014/main" id="{43C894B2-0977-371D-5891-8DCFD6A40DDC}"/>
              </a:ext>
            </a:extLst>
          </p:cNvPr>
          <p:cNvSpPr>
            <a:spLocks noGrp="1"/>
          </p:cNvSpPr>
          <p:nvPr>
            <p:ph sz="quarter" idx="17"/>
          </p:nvPr>
        </p:nvSpPr>
        <p:spPr>
          <a:xfrm>
            <a:off x="6318250" y="1531938"/>
            <a:ext cx="5035550" cy="464502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600511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8200" y="1532209"/>
            <a:ext cx="3200400" cy="4644754"/>
          </a:xfrm>
        </p:spPr>
        <p:txBody>
          <a:bodyPr/>
          <a:lstStyle>
            <a:lvl1pPr>
              <a:defRPr sz="1600" b="0">
                <a:latin typeface="+mn-lt"/>
              </a:defRPr>
            </a:lvl1pPr>
            <a:lvl2pPr>
              <a:defRPr sz="1400">
                <a:latin typeface="+mn-lt"/>
              </a:defRPr>
            </a:lvl2pPr>
            <a:lvl3pPr>
              <a:defRPr sz="1400">
                <a:latin typeface="+mn-lt"/>
              </a:defRPr>
            </a:lvl3pPr>
            <a:lvl4pPr>
              <a:defRPr sz="1200">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1532209"/>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2237"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48283"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952C0F9B-55FA-980E-CFB2-D50014A657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3936CC42-D356-43BF-9A2D-68E2909D022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48B619FC-8734-D138-CF69-C6F2D7B9DBE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Content Placeholder 2">
            <a:extLst>
              <a:ext uri="{FF2B5EF4-FFF2-40B4-BE49-F238E27FC236}">
                <a16:creationId xmlns:a16="http://schemas.microsoft.com/office/drawing/2014/main" id="{4ACFEE22-B3C1-B461-EC81-9E349235671F}"/>
              </a:ext>
            </a:extLst>
          </p:cNvPr>
          <p:cNvSpPr>
            <a:spLocks noGrp="1"/>
          </p:cNvSpPr>
          <p:nvPr>
            <p:ph idx="18"/>
          </p:nvPr>
        </p:nvSpPr>
        <p:spPr>
          <a:xfrm>
            <a:off x="8145176" y="1546898"/>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49815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2DF3618D-C7CA-4FD7-F81D-995436B67332}"/>
              </a:ext>
            </a:extLst>
          </p:cNvPr>
          <p:cNvSpPr>
            <a:spLocks noGrp="1"/>
          </p:cNvSpPr>
          <p:nvPr>
            <p:ph type="sldNum" sz="quarter" idx="14"/>
          </p:nvPr>
        </p:nvSpPr>
        <p:spPr>
          <a:xfrm>
            <a:off x="284400" y="6292800"/>
            <a:ext cx="551791" cy="365125"/>
          </a:xfrm>
        </p:spPr>
        <p:txBody>
          <a:bodyPr vert="horz" lIns="91440" tIns="45720" rIns="91440" bIns="45720" rtlCol="0" anchor="ctr"/>
          <a:lstStyle>
            <a:lvl1pPr>
              <a:defRPr lang="en-US" b="1" i="0" smtClean="0">
                <a:solidFill>
                  <a:srgbClr val="191D64"/>
                </a:solidFill>
                <a:latin typeface="SCHIBSTED GROTESK BOLD" pitchFamily="2" charset="77"/>
                <a:cs typeface="SCHIBSTED GROTESK BOLD" pitchFamily="2" charset="77"/>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64B941-4F95-CD49-8C5B-59AD920AF5F7}" type="slidenum">
              <a:rPr kumimoji="0" lang="en-GB" sz="1200" b="1" i="0" u="none" strike="noStrike" kern="1200" cap="none" spc="0" normalizeH="0" baseline="0" noProof="0" smtClean="0">
                <a:ln>
                  <a:noFill/>
                </a:ln>
                <a:solidFill>
                  <a:srgbClr val="191D64"/>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1" i="0" u="none" strike="noStrike" kern="1200" cap="none" spc="0" normalizeH="0" baseline="0" noProof="0">
              <a:ln>
                <a:noFill/>
              </a:ln>
              <a:solidFill>
                <a:srgbClr val="191D64"/>
              </a:solidFill>
              <a:effectLst/>
              <a:uLnTx/>
              <a:uFillTx/>
              <a:latin typeface="SCHIBSTED GROTESK BOLD" pitchFamily="2" charset="77"/>
              <a:ea typeface="+mn-ea"/>
              <a:cs typeface="SCHIBSTED GROTESK BOLD" pitchFamily="2" charset="77"/>
            </a:endParaRPr>
          </a:p>
        </p:txBody>
      </p:sp>
      <p:sp>
        <p:nvSpPr>
          <p:cNvPr id="10" name="Title 1">
            <a:extLst>
              <a:ext uri="{FF2B5EF4-FFF2-40B4-BE49-F238E27FC236}">
                <a16:creationId xmlns:a16="http://schemas.microsoft.com/office/drawing/2014/main" id="{4E30535C-DFDA-BE99-D424-405B305B6357}"/>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15" name="Content Placeholder 2">
            <a:extLst>
              <a:ext uri="{FF2B5EF4-FFF2-40B4-BE49-F238E27FC236}">
                <a16:creationId xmlns:a16="http://schemas.microsoft.com/office/drawing/2014/main" id="{F98341B9-EBD3-2726-A182-FFE9759742A5}"/>
              </a:ext>
            </a:extLst>
          </p:cNvPr>
          <p:cNvSpPr>
            <a:spLocks noGrp="1"/>
          </p:cNvSpPr>
          <p:nvPr>
            <p:ph idx="1"/>
          </p:nvPr>
        </p:nvSpPr>
        <p:spPr>
          <a:xfrm>
            <a:off x="838200" y="1532209"/>
            <a:ext cx="5035416" cy="4644754"/>
          </a:xfrm>
        </p:spPr>
        <p:txBody>
          <a:bodyPr/>
          <a:lstStyle>
            <a:lvl1pPr>
              <a:defRPr sz="2000" b="0">
                <a:latin typeface="+mn-lt"/>
              </a:defRPr>
            </a:lvl1pPr>
            <a:lvl2pPr>
              <a:defRPr>
                <a:latin typeface="+mn-lt"/>
              </a:defRPr>
            </a:lvl2pPr>
            <a:lvl3pPr>
              <a:defRPr>
                <a:latin typeface="+mn-lt"/>
              </a:defRPr>
            </a:lvl3pPr>
            <a:lvl4pPr>
              <a:defRPr>
                <a:latin typeface="+mn-lt"/>
              </a:defRPr>
            </a:lvl4pPr>
            <a:lvl5pPr>
              <a:defRPr>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17" name="Text Placeholder 2">
            <a:extLst>
              <a:ext uri="{FF2B5EF4-FFF2-40B4-BE49-F238E27FC236}">
                <a16:creationId xmlns:a16="http://schemas.microsoft.com/office/drawing/2014/main" id="{6C7C4C26-0ADB-36ED-F454-544AFB1077CF}"/>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22" name="Date Placeholder 3">
            <a:extLst>
              <a:ext uri="{FF2B5EF4-FFF2-40B4-BE49-F238E27FC236}">
                <a16:creationId xmlns:a16="http://schemas.microsoft.com/office/drawing/2014/main" id="{653D73DB-230B-DC38-D40C-033FA177DA00}"/>
              </a:ext>
            </a:extLst>
          </p:cNvPr>
          <p:cNvSpPr>
            <a:spLocks noGrp="1"/>
          </p:cNvSpPr>
          <p:nvPr>
            <p:ph type="dt" sz="half" idx="10"/>
          </p:nvPr>
        </p:nvSpPr>
        <p:spPr>
          <a:xfrm>
            <a:off x="838200" y="629280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grpSp>
        <p:nvGrpSpPr>
          <p:cNvPr id="2" name="Group 1">
            <a:extLst>
              <a:ext uri="{FF2B5EF4-FFF2-40B4-BE49-F238E27FC236}">
                <a16:creationId xmlns:a16="http://schemas.microsoft.com/office/drawing/2014/main" id="{F1444B20-0B44-00BC-A98A-A9E114B30716}"/>
              </a:ext>
            </a:extLst>
          </p:cNvPr>
          <p:cNvGrpSpPr/>
          <p:nvPr userDrawn="1"/>
        </p:nvGrpSpPr>
        <p:grpSpPr>
          <a:xfrm>
            <a:off x="0" y="-9598"/>
            <a:ext cx="12174398" cy="689695"/>
            <a:chOff x="0" y="-9598"/>
            <a:chExt cx="12174398" cy="689695"/>
          </a:xfrm>
        </p:grpSpPr>
        <p:cxnSp>
          <p:nvCxnSpPr>
            <p:cNvPr id="3" name="Straight Connector 2">
              <a:extLst>
                <a:ext uri="{FF2B5EF4-FFF2-40B4-BE49-F238E27FC236}">
                  <a16:creationId xmlns:a16="http://schemas.microsoft.com/office/drawing/2014/main" id="{A05CF2EF-360D-81F0-6627-D11620F3763B}"/>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Freeform: Shape 3">
              <a:extLst>
                <a:ext uri="{FF2B5EF4-FFF2-40B4-BE49-F238E27FC236}">
                  <a16:creationId xmlns:a16="http://schemas.microsoft.com/office/drawing/2014/main" id="{0C3FAF3A-E163-DC4F-E138-C787D9E71CDF}"/>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5" name="Picture Placeholder 4">
            <a:extLst>
              <a:ext uri="{FF2B5EF4-FFF2-40B4-BE49-F238E27FC236}">
                <a16:creationId xmlns:a16="http://schemas.microsoft.com/office/drawing/2014/main" id="{AF262A47-D865-9D1B-A163-6420695A19FC}"/>
              </a:ext>
            </a:extLst>
          </p:cNvPr>
          <p:cNvSpPr>
            <a:spLocks noGrp="1"/>
          </p:cNvSpPr>
          <p:nvPr>
            <p:ph type="pic" sz="quarter" idx="15"/>
          </p:nvPr>
        </p:nvSpPr>
        <p:spPr>
          <a:xfrm>
            <a:off x="6203575" y="808609"/>
            <a:ext cx="6001559" cy="607021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1"/>
                </a:solidFill>
                <a:latin typeface="Schibsted Grotesk Bold" pitchFamily="2" charset="77"/>
                <a:cs typeface="Schibsted Grotesk Bold" pitchFamily="2" charset="77"/>
              </a:defRPr>
            </a:lvl1pPr>
          </a:lstStyle>
          <a:p>
            <a:pPr lvl="0"/>
            <a:r>
              <a:rPr lang="en-US" noProof="0"/>
              <a:t>Click icon to add picture</a:t>
            </a:r>
          </a:p>
        </p:txBody>
      </p:sp>
    </p:spTree>
    <p:extLst>
      <p:ext uri="{BB962C8B-B14F-4D97-AF65-F5344CB8AC3E}">
        <p14:creationId xmlns:p14="http://schemas.microsoft.com/office/powerpoint/2010/main" val="423861378"/>
      </p:ext>
    </p:extLst>
  </p:cSld>
  <p:clrMapOvr>
    <a:masterClrMapping/>
  </p:clrMapOvr>
  <p:transition spd="slow"/>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4181" y="3256383"/>
            <a:ext cx="3200400" cy="2920579"/>
          </a:xfrm>
        </p:spPr>
        <p:txBody>
          <a:bodyPr/>
          <a:lstStyle>
            <a:lvl1pPr>
              <a:defRPr sz="14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4181" y="2655354"/>
            <a:ext cx="3200400" cy="457200"/>
          </a:xfrm>
          <a:prstGeom prst="roundRect">
            <a:avLst/>
          </a:prstGeom>
        </p:spPr>
        <p:txBody>
          <a:bodyPr anchor="b"/>
          <a:lstStyle>
            <a:lvl1pPr marL="0" indent="0">
              <a:buNone/>
              <a:defRPr sz="16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0" name="Content Placeholder 2">
            <a:extLst>
              <a:ext uri="{FF2B5EF4-FFF2-40B4-BE49-F238E27FC236}">
                <a16:creationId xmlns:a16="http://schemas.microsoft.com/office/drawing/2014/main" id="{3F67DC82-C80E-9FA5-5DCA-081D9D5C3DF2}"/>
              </a:ext>
            </a:extLst>
          </p:cNvPr>
          <p:cNvSpPr>
            <a:spLocks noGrp="1"/>
          </p:cNvSpPr>
          <p:nvPr>
            <p:ph idx="14"/>
          </p:nvPr>
        </p:nvSpPr>
        <p:spPr>
          <a:xfrm>
            <a:off x="8153400" y="3256383"/>
            <a:ext cx="3203507" cy="2921520"/>
          </a:xfrm>
        </p:spPr>
        <p:txBody>
          <a:bodyPr/>
          <a:lstStyle>
            <a:lvl1pPr>
              <a:defRPr sz="14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3256383"/>
            <a:ext cx="3203507" cy="2920580"/>
          </a:xfrm>
        </p:spPr>
        <p:txBody>
          <a:bodyPr/>
          <a:lstStyle>
            <a:lvl1pPr>
              <a:defRPr sz="14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5344" y="2655354"/>
            <a:ext cx="3200400" cy="457200"/>
          </a:xfrm>
          <a:prstGeom prst="roundRect">
            <a:avLst/>
          </a:prstGeom>
        </p:spPr>
        <p:txBody>
          <a:bodyPr anchor="b"/>
          <a:lstStyle>
            <a:lvl1pPr marL="0" indent="0">
              <a:buNone/>
              <a:defRPr sz="16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52488" y="2655354"/>
            <a:ext cx="3200400" cy="457200"/>
          </a:xfrm>
          <a:prstGeom prst="roundRect">
            <a:avLst/>
          </a:prstGeom>
        </p:spPr>
        <p:txBody>
          <a:bodyPr anchor="b"/>
          <a:lstStyle>
            <a:lvl1pPr marL="0" indent="0">
              <a:buNone/>
              <a:defRPr sz="16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20" name="Picture Placeholder 19">
            <a:extLst>
              <a:ext uri="{FF2B5EF4-FFF2-40B4-BE49-F238E27FC236}">
                <a16:creationId xmlns:a16="http://schemas.microsoft.com/office/drawing/2014/main" id="{9AB2CDC9-2032-3AD4-8CC8-330162D56F5E}"/>
              </a:ext>
            </a:extLst>
          </p:cNvPr>
          <p:cNvSpPr>
            <a:spLocks noGrp="1"/>
          </p:cNvSpPr>
          <p:nvPr>
            <p:ph type="pic" sz="quarter" idx="20"/>
          </p:nvPr>
        </p:nvSpPr>
        <p:spPr>
          <a:xfrm>
            <a:off x="1294696"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1" name="Picture Placeholder 19">
            <a:extLst>
              <a:ext uri="{FF2B5EF4-FFF2-40B4-BE49-F238E27FC236}">
                <a16:creationId xmlns:a16="http://schemas.microsoft.com/office/drawing/2014/main" id="{20D1ED86-B327-156B-2BCA-9B2E60AB5E68}"/>
              </a:ext>
            </a:extLst>
          </p:cNvPr>
          <p:cNvSpPr>
            <a:spLocks noGrp="1"/>
          </p:cNvSpPr>
          <p:nvPr>
            <p:ph type="pic" sz="quarter" idx="25"/>
          </p:nvPr>
        </p:nvSpPr>
        <p:spPr>
          <a:xfrm>
            <a:off x="4954305"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2" name="Picture Placeholder 19">
            <a:extLst>
              <a:ext uri="{FF2B5EF4-FFF2-40B4-BE49-F238E27FC236}">
                <a16:creationId xmlns:a16="http://schemas.microsoft.com/office/drawing/2014/main" id="{ADAAAB7F-8A92-07A2-9888-587547F3E09F}"/>
              </a:ext>
            </a:extLst>
          </p:cNvPr>
          <p:cNvSpPr>
            <a:spLocks noGrp="1"/>
          </p:cNvSpPr>
          <p:nvPr>
            <p:ph type="pic" sz="quarter" idx="26"/>
          </p:nvPr>
        </p:nvSpPr>
        <p:spPr>
          <a:xfrm>
            <a:off x="8613003"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Tree>
    <p:extLst>
      <p:ext uri="{BB962C8B-B14F-4D97-AF65-F5344CB8AC3E}">
        <p14:creationId xmlns:p14="http://schemas.microsoft.com/office/powerpoint/2010/main" val="14808851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tx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Text Placeholder 32">
            <a:extLst>
              <a:ext uri="{FF2B5EF4-FFF2-40B4-BE49-F238E27FC236}">
                <a16:creationId xmlns:a16="http://schemas.microsoft.com/office/drawing/2014/main" id="{82D4F9CD-3196-A275-C402-E03F0A1577A3}"/>
              </a:ext>
            </a:extLst>
          </p:cNvPr>
          <p:cNvSpPr>
            <a:spLocks noGrp="1"/>
          </p:cNvSpPr>
          <p:nvPr>
            <p:ph type="body" sz="quarter" idx="23"/>
          </p:nvPr>
        </p:nvSpPr>
        <p:spPr>
          <a:xfrm>
            <a:off x="455671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18" name="Text Placeholder 32">
            <a:extLst>
              <a:ext uri="{FF2B5EF4-FFF2-40B4-BE49-F238E27FC236}">
                <a16:creationId xmlns:a16="http://schemas.microsoft.com/office/drawing/2014/main" id="{CD0F6261-F17E-2CC5-3020-24400BBA924A}"/>
              </a:ext>
            </a:extLst>
          </p:cNvPr>
          <p:cNvSpPr>
            <a:spLocks noGrp="1" noChangeAspect="1"/>
          </p:cNvSpPr>
          <p:nvPr>
            <p:ph type="body" sz="quarter" idx="19"/>
          </p:nvPr>
        </p:nvSpPr>
        <p:spPr>
          <a:xfrm>
            <a:off x="5236152"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23" name="Text Placeholder 32">
            <a:extLst>
              <a:ext uri="{FF2B5EF4-FFF2-40B4-BE49-F238E27FC236}">
                <a16:creationId xmlns:a16="http://schemas.microsoft.com/office/drawing/2014/main" id="{CD82881F-1C60-A118-957C-F8C7AE327E56}"/>
              </a:ext>
            </a:extLst>
          </p:cNvPr>
          <p:cNvSpPr>
            <a:spLocks noGrp="1"/>
          </p:cNvSpPr>
          <p:nvPr>
            <p:ph type="body" sz="quarter" idx="24"/>
          </p:nvPr>
        </p:nvSpPr>
        <p:spPr>
          <a:xfrm>
            <a:off x="731003"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5" name="Text Placeholder 32">
            <a:extLst>
              <a:ext uri="{FF2B5EF4-FFF2-40B4-BE49-F238E27FC236}">
                <a16:creationId xmlns:a16="http://schemas.microsoft.com/office/drawing/2014/main" id="{F4D31BDB-3DF7-3AB7-B9D0-D9E5FF137657}"/>
              </a:ext>
            </a:extLst>
          </p:cNvPr>
          <p:cNvSpPr>
            <a:spLocks noGrp="1"/>
          </p:cNvSpPr>
          <p:nvPr>
            <p:ph type="body" sz="quarter" idx="26"/>
          </p:nvPr>
        </p:nvSpPr>
        <p:spPr>
          <a:xfrm>
            <a:off x="838242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8" name="Text Placeholder 2">
            <a:extLst>
              <a:ext uri="{FF2B5EF4-FFF2-40B4-BE49-F238E27FC236}">
                <a16:creationId xmlns:a16="http://schemas.microsoft.com/office/drawing/2014/main" id="{2285408F-EC19-4DA6-AB29-EA683DB57762}"/>
              </a:ext>
            </a:extLst>
          </p:cNvPr>
          <p:cNvSpPr>
            <a:spLocks noGrp="1"/>
          </p:cNvSpPr>
          <p:nvPr>
            <p:ph type="body" idx="13" hasCustomPrompt="1"/>
          </p:nvPr>
        </p:nvSpPr>
        <p:spPr>
          <a:xfrm>
            <a:off x="836191" y="819456"/>
            <a:ext cx="105156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32">
            <a:extLst>
              <a:ext uri="{FF2B5EF4-FFF2-40B4-BE49-F238E27FC236}">
                <a16:creationId xmlns:a16="http://schemas.microsoft.com/office/drawing/2014/main" id="{BDC410FB-5C84-B039-5CD4-9327E21FEE21}"/>
              </a:ext>
            </a:extLst>
          </p:cNvPr>
          <p:cNvSpPr>
            <a:spLocks noGrp="1" noChangeAspect="1"/>
          </p:cNvSpPr>
          <p:nvPr>
            <p:ph type="body" sz="quarter" idx="28"/>
          </p:nvPr>
        </p:nvSpPr>
        <p:spPr>
          <a:xfrm>
            <a:off x="1412450"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13" name="Text Placeholder 32">
            <a:extLst>
              <a:ext uri="{FF2B5EF4-FFF2-40B4-BE49-F238E27FC236}">
                <a16:creationId xmlns:a16="http://schemas.microsoft.com/office/drawing/2014/main" id="{93EB3850-F46A-7F40-6EDF-8A505981BA52}"/>
              </a:ext>
            </a:extLst>
          </p:cNvPr>
          <p:cNvSpPr>
            <a:spLocks noGrp="1" noChangeAspect="1"/>
          </p:cNvSpPr>
          <p:nvPr>
            <p:ph type="body" sz="quarter" idx="29"/>
          </p:nvPr>
        </p:nvSpPr>
        <p:spPr>
          <a:xfrm>
            <a:off x="9059854"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Tree>
    <p:extLst>
      <p:ext uri="{BB962C8B-B14F-4D97-AF65-F5344CB8AC3E}">
        <p14:creationId xmlns:p14="http://schemas.microsoft.com/office/powerpoint/2010/main" val="26684193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3" name="Picture Placeholder 4">
            <a:extLst>
              <a:ext uri="{FF2B5EF4-FFF2-40B4-BE49-F238E27FC236}">
                <a16:creationId xmlns:a16="http://schemas.microsoft.com/office/drawing/2014/main" id="{14C568E1-65EC-A505-EF2D-BE9758203DDC}"/>
              </a:ext>
            </a:extLst>
          </p:cNvPr>
          <p:cNvSpPr txBox="1">
            <a:spLocks/>
          </p:cNvSpPr>
          <p:nvPr userDrawn="1"/>
        </p:nvSpPr>
        <p:spPr>
          <a:xfrm>
            <a:off x="6318386" y="937309"/>
            <a:ext cx="5873614" cy="594042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solidFill>
            <a:schemeClr val="bg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2" name="Title 1">
            <a:extLst>
              <a:ext uri="{FF2B5EF4-FFF2-40B4-BE49-F238E27FC236}">
                <a16:creationId xmlns:a16="http://schemas.microsoft.com/office/drawing/2014/main" id="{523A7CC5-62EC-C755-E113-77487C31B6F8}"/>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E9733830-4C87-211B-5652-E01C64BA4BB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4" name="Slide Number Placeholder 3">
            <a:extLst>
              <a:ext uri="{FF2B5EF4-FFF2-40B4-BE49-F238E27FC236}">
                <a16:creationId xmlns:a16="http://schemas.microsoft.com/office/drawing/2014/main" id="{BEC1693D-25F4-6B93-6B7D-EB3A856DCBDB}"/>
              </a:ext>
            </a:extLst>
          </p:cNvPr>
          <p:cNvSpPr>
            <a:spLocks noGrp="1"/>
          </p:cNvSpPr>
          <p:nvPr>
            <p:ph type="sldNum"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grpSp>
        <p:nvGrpSpPr>
          <p:cNvPr id="11" name="Group 10">
            <a:extLst>
              <a:ext uri="{FF2B5EF4-FFF2-40B4-BE49-F238E27FC236}">
                <a16:creationId xmlns:a16="http://schemas.microsoft.com/office/drawing/2014/main" id="{4E3B9152-B094-BD0A-EB7B-17EEA252F461}"/>
              </a:ext>
            </a:extLst>
          </p:cNvPr>
          <p:cNvGrpSpPr/>
          <p:nvPr userDrawn="1"/>
        </p:nvGrpSpPr>
        <p:grpSpPr>
          <a:xfrm>
            <a:off x="0" y="-9598"/>
            <a:ext cx="12174398" cy="689695"/>
            <a:chOff x="0" y="-9598"/>
            <a:chExt cx="12174398" cy="689695"/>
          </a:xfrm>
        </p:grpSpPr>
        <p:cxnSp>
          <p:nvCxnSpPr>
            <p:cNvPr id="12" name="Straight Connector 11">
              <a:extLst>
                <a:ext uri="{FF2B5EF4-FFF2-40B4-BE49-F238E27FC236}">
                  <a16:creationId xmlns:a16="http://schemas.microsoft.com/office/drawing/2014/main" id="{F8907D14-6139-A2FB-F6A5-FD8548C5DF48}"/>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30F0B43E-0CA1-EA7B-E916-DA68E3BDB793}"/>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15" name="Picture Placeholder 19">
            <a:extLst>
              <a:ext uri="{FF2B5EF4-FFF2-40B4-BE49-F238E27FC236}">
                <a16:creationId xmlns:a16="http://schemas.microsoft.com/office/drawing/2014/main" id="{AC0526FD-276B-C626-14A7-3043D64C6525}"/>
              </a:ext>
            </a:extLst>
          </p:cNvPr>
          <p:cNvSpPr>
            <a:spLocks noGrp="1"/>
          </p:cNvSpPr>
          <p:nvPr>
            <p:ph type="pic" sz="quarter" idx="20"/>
          </p:nvPr>
        </p:nvSpPr>
        <p:spPr>
          <a:xfrm>
            <a:off x="8785781" y="1159091"/>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8" name="Picture Placeholder 19">
            <a:extLst>
              <a:ext uri="{FF2B5EF4-FFF2-40B4-BE49-F238E27FC236}">
                <a16:creationId xmlns:a16="http://schemas.microsoft.com/office/drawing/2014/main" id="{73E3A124-681D-6890-F13F-2E6B50054575}"/>
              </a:ext>
            </a:extLst>
          </p:cNvPr>
          <p:cNvSpPr>
            <a:spLocks noGrp="1"/>
          </p:cNvSpPr>
          <p:nvPr>
            <p:ph type="pic" sz="quarter" idx="21"/>
          </p:nvPr>
        </p:nvSpPr>
        <p:spPr>
          <a:xfrm>
            <a:off x="8785781" y="5058840"/>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9" name="Picture Placeholder 19">
            <a:extLst>
              <a:ext uri="{FF2B5EF4-FFF2-40B4-BE49-F238E27FC236}">
                <a16:creationId xmlns:a16="http://schemas.microsoft.com/office/drawing/2014/main" id="{21D43A0F-149C-D4C6-F977-AD04BC090520}"/>
              </a:ext>
            </a:extLst>
          </p:cNvPr>
          <p:cNvSpPr>
            <a:spLocks noGrp="1"/>
          </p:cNvSpPr>
          <p:nvPr>
            <p:ph type="pic" sz="quarter" idx="22"/>
          </p:nvPr>
        </p:nvSpPr>
        <p:spPr>
          <a:xfrm>
            <a:off x="8785780" y="3104252"/>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1" name="Content Placeholder 2">
            <a:extLst>
              <a:ext uri="{FF2B5EF4-FFF2-40B4-BE49-F238E27FC236}">
                <a16:creationId xmlns:a16="http://schemas.microsoft.com/office/drawing/2014/main" id="{5A8A3128-4F97-7F3B-29AB-B925E43E7DEF}"/>
              </a:ext>
            </a:extLst>
          </p:cNvPr>
          <p:cNvSpPr>
            <a:spLocks noGrp="1"/>
          </p:cNvSpPr>
          <p:nvPr>
            <p:ph idx="1"/>
          </p:nvPr>
        </p:nvSpPr>
        <p:spPr>
          <a:xfrm>
            <a:off x="838200" y="1532209"/>
            <a:ext cx="5035416" cy="4644754"/>
          </a:xfrm>
        </p:spPr>
        <p:txBody>
          <a:bodyPr/>
          <a:lstStyle>
            <a:lvl1pPr>
              <a:defRPr sz="1800" b="0">
                <a:latin typeface="+mn-lt"/>
              </a:defRPr>
            </a:lvl1pPr>
            <a:lvl2pPr>
              <a:defRPr>
                <a:latin typeface="+mn-lt"/>
              </a:defRPr>
            </a:lvl2pPr>
            <a:lvl3pPr>
              <a:defRPr>
                <a:latin typeface="+mn-lt"/>
              </a:defRPr>
            </a:lvl3pPr>
            <a:lvl4pPr>
              <a:defRPr>
                <a:latin typeface="+mn-lt"/>
              </a:defRPr>
            </a:lvl4pPr>
            <a:lvl5pPr>
              <a:defRPr>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22" name="Text Placeholder 2">
            <a:extLst>
              <a:ext uri="{FF2B5EF4-FFF2-40B4-BE49-F238E27FC236}">
                <a16:creationId xmlns:a16="http://schemas.microsoft.com/office/drawing/2014/main" id="{4E90F3AD-8458-F174-1F2E-61CB4FC0EEBC}"/>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Tree>
    <p:extLst>
      <p:ext uri="{BB962C8B-B14F-4D97-AF65-F5344CB8AC3E}">
        <p14:creationId xmlns:p14="http://schemas.microsoft.com/office/powerpoint/2010/main" val="20797786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8208147A-7A59-A51D-66A4-F4D9B99BCF13}"/>
              </a:ext>
            </a:extLst>
          </p:cNvPr>
          <p:cNvSpPr/>
          <p:nvPr userDrawn="1"/>
        </p:nvSpPr>
        <p:spPr>
          <a:xfrm flipH="1">
            <a:off x="4981824" y="-6393"/>
            <a:ext cx="7229029" cy="502571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11" name="Picture Placeholder 4">
            <a:extLst>
              <a:ext uri="{FF2B5EF4-FFF2-40B4-BE49-F238E27FC236}">
                <a16:creationId xmlns:a16="http://schemas.microsoft.com/office/drawing/2014/main" id="{6776259F-AF3D-CBA3-3C4A-5358714487CE}"/>
              </a:ext>
            </a:extLst>
          </p:cNvPr>
          <p:cNvSpPr>
            <a:spLocks noGrp="1"/>
          </p:cNvSpPr>
          <p:nvPr>
            <p:ph type="pic" sz="quarter" idx="14"/>
          </p:nvPr>
        </p:nvSpPr>
        <p:spPr>
          <a:xfrm>
            <a:off x="5722071" y="1325640"/>
            <a:ext cx="6488784" cy="5532361"/>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2381228 w 8262794"/>
              <a:gd name="connsiteY0" fmla="*/ 1133627 h 6382945"/>
              <a:gd name="connsiteX1" fmla="*/ 5531504 w 8262794"/>
              <a:gd name="connsiteY1" fmla="*/ 16 h 6382945"/>
              <a:gd name="connsiteX2" fmla="*/ 7183294 w 8262794"/>
              <a:gd name="connsiteY2" fmla="*/ 951919 h 6382945"/>
              <a:gd name="connsiteX3" fmla="*/ 8262794 w 8262794"/>
              <a:gd name="connsiteY3" fmla="*/ 3530019 h 6382945"/>
              <a:gd name="connsiteX4" fmla="*/ 8244179 w 8262794"/>
              <a:gd name="connsiteY4" fmla="*/ 6382945 h 6382945"/>
              <a:gd name="connsiteX5" fmla="*/ 0 w 8262794"/>
              <a:gd name="connsiteY5" fmla="*/ 6374557 h 6382945"/>
              <a:gd name="connsiteX6" fmla="*/ 558290 w 8262794"/>
              <a:gd name="connsiteY6" fmla="*/ 4967074 h 6382945"/>
              <a:gd name="connsiteX7" fmla="*/ 2352037 w 8262794"/>
              <a:gd name="connsiteY7" fmla="*/ 3526750 h 6382945"/>
              <a:gd name="connsiteX8" fmla="*/ 2381228 w 8262794"/>
              <a:gd name="connsiteY8" fmla="*/ 1133627 h 6382945"/>
              <a:gd name="connsiteX0" fmla="*/ 2381228 w 8262794"/>
              <a:gd name="connsiteY0" fmla="*/ 1625991 h 6875309"/>
              <a:gd name="connsiteX1" fmla="*/ 4552627 w 8262794"/>
              <a:gd name="connsiteY1" fmla="*/ 11 h 6875309"/>
              <a:gd name="connsiteX2" fmla="*/ 7183294 w 8262794"/>
              <a:gd name="connsiteY2" fmla="*/ 1444283 h 6875309"/>
              <a:gd name="connsiteX3" fmla="*/ 8262794 w 8262794"/>
              <a:gd name="connsiteY3" fmla="*/ 4022383 h 6875309"/>
              <a:gd name="connsiteX4" fmla="*/ 8244179 w 8262794"/>
              <a:gd name="connsiteY4" fmla="*/ 6875309 h 6875309"/>
              <a:gd name="connsiteX5" fmla="*/ 0 w 8262794"/>
              <a:gd name="connsiteY5" fmla="*/ 6866921 h 6875309"/>
              <a:gd name="connsiteX6" fmla="*/ 558290 w 8262794"/>
              <a:gd name="connsiteY6" fmla="*/ 5459438 h 6875309"/>
              <a:gd name="connsiteX7" fmla="*/ 2352037 w 8262794"/>
              <a:gd name="connsiteY7" fmla="*/ 4019114 h 6875309"/>
              <a:gd name="connsiteX8" fmla="*/ 2381228 w 8262794"/>
              <a:gd name="connsiteY8" fmla="*/ 1625991 h 6875309"/>
              <a:gd name="connsiteX0" fmla="*/ 2381228 w 8338129"/>
              <a:gd name="connsiteY0" fmla="*/ 2019778 h 7269096"/>
              <a:gd name="connsiteX1" fmla="*/ 4552627 w 8338129"/>
              <a:gd name="connsiteY1" fmla="*/ 393798 h 7269096"/>
              <a:gd name="connsiteX2" fmla="*/ 8214924 w 8338129"/>
              <a:gd name="connsiteY2" fmla="*/ 437163 h 7269096"/>
              <a:gd name="connsiteX3" fmla="*/ 8262794 w 8338129"/>
              <a:gd name="connsiteY3" fmla="*/ 4416170 h 7269096"/>
              <a:gd name="connsiteX4" fmla="*/ 8244179 w 8338129"/>
              <a:gd name="connsiteY4" fmla="*/ 7269096 h 7269096"/>
              <a:gd name="connsiteX5" fmla="*/ 0 w 8338129"/>
              <a:gd name="connsiteY5" fmla="*/ 7260708 h 7269096"/>
              <a:gd name="connsiteX6" fmla="*/ 558290 w 8338129"/>
              <a:gd name="connsiteY6" fmla="*/ 5853225 h 7269096"/>
              <a:gd name="connsiteX7" fmla="*/ 2352037 w 8338129"/>
              <a:gd name="connsiteY7" fmla="*/ 4412901 h 7269096"/>
              <a:gd name="connsiteX8" fmla="*/ 2381228 w 8338129"/>
              <a:gd name="connsiteY8" fmla="*/ 2019778 h 7269096"/>
              <a:gd name="connsiteX0" fmla="*/ 2381228 w 8262794"/>
              <a:gd name="connsiteY0" fmla="*/ 1625992 h 6875310"/>
              <a:gd name="connsiteX1" fmla="*/ 4552627 w 8262794"/>
              <a:gd name="connsiteY1" fmla="*/ 12 h 6875310"/>
              <a:gd name="connsiteX2" fmla="*/ 7640493 w 8262794"/>
              <a:gd name="connsiteY2" fmla="*/ 1327054 h 6875310"/>
              <a:gd name="connsiteX3" fmla="*/ 8262794 w 8262794"/>
              <a:gd name="connsiteY3" fmla="*/ 4022384 h 6875310"/>
              <a:gd name="connsiteX4" fmla="*/ 8244179 w 8262794"/>
              <a:gd name="connsiteY4" fmla="*/ 6875310 h 6875310"/>
              <a:gd name="connsiteX5" fmla="*/ 0 w 8262794"/>
              <a:gd name="connsiteY5" fmla="*/ 6866922 h 6875310"/>
              <a:gd name="connsiteX6" fmla="*/ 558290 w 8262794"/>
              <a:gd name="connsiteY6" fmla="*/ 5459439 h 6875310"/>
              <a:gd name="connsiteX7" fmla="*/ 2352037 w 8262794"/>
              <a:gd name="connsiteY7" fmla="*/ 4019115 h 6875310"/>
              <a:gd name="connsiteX8" fmla="*/ 2381228 w 8262794"/>
              <a:gd name="connsiteY8" fmla="*/ 1625992 h 6875310"/>
              <a:gd name="connsiteX0" fmla="*/ 2381228 w 8262794"/>
              <a:gd name="connsiteY0" fmla="*/ 1625992 h 6875310"/>
              <a:gd name="connsiteX1" fmla="*/ 4552627 w 8262794"/>
              <a:gd name="connsiteY1" fmla="*/ 12 h 6875310"/>
              <a:gd name="connsiteX2" fmla="*/ 8262794 w 8262794"/>
              <a:gd name="connsiteY2" fmla="*/ 4022384 h 6875310"/>
              <a:gd name="connsiteX3" fmla="*/ 8244179 w 8262794"/>
              <a:gd name="connsiteY3" fmla="*/ 6875310 h 6875310"/>
              <a:gd name="connsiteX4" fmla="*/ 0 w 8262794"/>
              <a:gd name="connsiteY4" fmla="*/ 6866922 h 6875310"/>
              <a:gd name="connsiteX5" fmla="*/ 558290 w 8262794"/>
              <a:gd name="connsiteY5" fmla="*/ 5459439 h 6875310"/>
              <a:gd name="connsiteX6" fmla="*/ 2352037 w 8262794"/>
              <a:gd name="connsiteY6" fmla="*/ 4019115 h 6875310"/>
              <a:gd name="connsiteX7" fmla="*/ 2381228 w 8262794"/>
              <a:gd name="connsiteY7" fmla="*/ 1625992 h 6875310"/>
              <a:gd name="connsiteX0" fmla="*/ 2381228 w 8245412"/>
              <a:gd name="connsiteY0" fmla="*/ 2042061 h 7291379"/>
              <a:gd name="connsiteX1" fmla="*/ 4552627 w 8245412"/>
              <a:gd name="connsiteY1" fmla="*/ 416081 h 7291379"/>
              <a:gd name="connsiteX2" fmla="*/ 8221764 w 8245412"/>
              <a:gd name="connsiteY2" fmla="*/ 435022 h 7291379"/>
              <a:gd name="connsiteX3" fmla="*/ 8244179 w 8245412"/>
              <a:gd name="connsiteY3" fmla="*/ 7291379 h 7291379"/>
              <a:gd name="connsiteX4" fmla="*/ 0 w 8245412"/>
              <a:gd name="connsiteY4" fmla="*/ 7282991 h 7291379"/>
              <a:gd name="connsiteX5" fmla="*/ 558290 w 8245412"/>
              <a:gd name="connsiteY5" fmla="*/ 5875508 h 7291379"/>
              <a:gd name="connsiteX6" fmla="*/ 2352037 w 8245412"/>
              <a:gd name="connsiteY6" fmla="*/ 4435184 h 7291379"/>
              <a:gd name="connsiteX7" fmla="*/ 2381228 w 8245412"/>
              <a:gd name="connsiteY7" fmla="*/ 2042061 h 7291379"/>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6209 h 6875527"/>
              <a:gd name="connsiteX1" fmla="*/ 4552627 w 8245412"/>
              <a:gd name="connsiteY1" fmla="*/ 229 h 6875527"/>
              <a:gd name="connsiteX2" fmla="*/ 8221764 w 8245412"/>
              <a:gd name="connsiteY2" fmla="*/ 19170 h 6875527"/>
              <a:gd name="connsiteX3" fmla="*/ 8244179 w 8245412"/>
              <a:gd name="connsiteY3" fmla="*/ 6875527 h 6875527"/>
              <a:gd name="connsiteX4" fmla="*/ 0 w 8245412"/>
              <a:gd name="connsiteY4" fmla="*/ 6867139 h 6875527"/>
              <a:gd name="connsiteX5" fmla="*/ 558290 w 8245412"/>
              <a:gd name="connsiteY5" fmla="*/ 5459656 h 6875527"/>
              <a:gd name="connsiteX6" fmla="*/ 2352037 w 8245412"/>
              <a:gd name="connsiteY6" fmla="*/ 4019332 h 6875527"/>
              <a:gd name="connsiteX7" fmla="*/ 2381228 w 8245412"/>
              <a:gd name="connsiteY7" fmla="*/ 1626209 h 6875527"/>
              <a:gd name="connsiteX0" fmla="*/ 2352037 w 8245412"/>
              <a:gd name="connsiteY0" fmla="*/ 4019103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6" fmla="*/ 2352037 w 8245412"/>
              <a:gd name="connsiteY6" fmla="*/ 4019103 h 6875298"/>
              <a:gd name="connsiteX0" fmla="*/ 558290 w 8245412"/>
              <a:gd name="connsiteY0" fmla="*/ 5459427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0" fmla="*/ 65530 w 7752652"/>
              <a:gd name="connsiteY0" fmla="*/ 5459427 h 6875298"/>
              <a:gd name="connsiteX1" fmla="*/ 4059867 w 7752652"/>
              <a:gd name="connsiteY1" fmla="*/ 0 h 6875298"/>
              <a:gd name="connsiteX2" fmla="*/ 7729004 w 7752652"/>
              <a:gd name="connsiteY2" fmla="*/ 18941 h 6875298"/>
              <a:gd name="connsiteX3" fmla="*/ 7751419 w 7752652"/>
              <a:gd name="connsiteY3" fmla="*/ 6875298 h 6875298"/>
              <a:gd name="connsiteX4" fmla="*/ 409917 w 7752652"/>
              <a:gd name="connsiteY4" fmla="*/ 6861048 h 6875298"/>
              <a:gd name="connsiteX5" fmla="*/ 65530 w 7752652"/>
              <a:gd name="connsiteY5" fmla="*/ 5459427 h 6875298"/>
              <a:gd name="connsiteX0" fmla="*/ 370721 w 8057843"/>
              <a:gd name="connsiteY0" fmla="*/ 5459427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370721 w 8057843"/>
              <a:gd name="connsiteY5" fmla="*/ 5459427 h 6875298"/>
              <a:gd name="connsiteX0" fmla="*/ 2228829 w 8057843"/>
              <a:gd name="connsiteY0" fmla="*/ 1549781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228829 w 8057843"/>
              <a:gd name="connsiteY5" fmla="*/ 1549781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10 h 6875304"/>
              <a:gd name="connsiteX1" fmla="*/ 4365058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775366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687443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0450 h 6869444"/>
              <a:gd name="connsiteX1" fmla="*/ 4599520 w 8057843"/>
              <a:gd name="connsiteY1" fmla="*/ 7 h 6869444"/>
              <a:gd name="connsiteX2" fmla="*/ 8034195 w 8057843"/>
              <a:gd name="connsiteY2" fmla="*/ 13087 h 6869444"/>
              <a:gd name="connsiteX3" fmla="*/ 8056610 w 8057843"/>
              <a:gd name="connsiteY3" fmla="*/ 6869444 h 6869444"/>
              <a:gd name="connsiteX4" fmla="*/ 0 w 8057843"/>
              <a:gd name="connsiteY4" fmla="*/ 6861055 h 6869444"/>
              <a:gd name="connsiteX5" fmla="*/ 2058845 w 8057843"/>
              <a:gd name="connsiteY5" fmla="*/ 1860450 h 6869444"/>
              <a:gd name="connsiteX0" fmla="*/ 2058845 w 8057843"/>
              <a:gd name="connsiteY0" fmla="*/ 1861151 h 6870145"/>
              <a:gd name="connsiteX1" fmla="*/ 4599520 w 8057843"/>
              <a:gd name="connsiteY1" fmla="*/ 708 h 6870145"/>
              <a:gd name="connsiteX2" fmla="*/ 8034195 w 8057843"/>
              <a:gd name="connsiteY2" fmla="*/ 13788 h 6870145"/>
              <a:gd name="connsiteX3" fmla="*/ 8056610 w 8057843"/>
              <a:gd name="connsiteY3" fmla="*/ 6870145 h 6870145"/>
              <a:gd name="connsiteX4" fmla="*/ 0 w 8057843"/>
              <a:gd name="connsiteY4" fmla="*/ 6861756 h 6870145"/>
              <a:gd name="connsiteX5" fmla="*/ 2058845 w 8057843"/>
              <a:gd name="connsiteY5" fmla="*/ 1861151 h 687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7843" h="6870145">
                <a:moveTo>
                  <a:pt x="2058845" y="1861151"/>
                </a:moveTo>
                <a:cubicBezTo>
                  <a:pt x="2741416" y="353250"/>
                  <a:pt x="3474675" y="-18667"/>
                  <a:pt x="4599520" y="708"/>
                </a:cubicBezTo>
                <a:lnTo>
                  <a:pt x="8034195" y="13788"/>
                </a:lnTo>
                <a:cubicBezTo>
                  <a:pt x="8024742" y="978226"/>
                  <a:pt x="8065317" y="6168514"/>
                  <a:pt x="8056610" y="6870145"/>
                </a:cubicBezTo>
                <a:lnTo>
                  <a:pt x="0" y="6861756"/>
                </a:lnTo>
                <a:cubicBezTo>
                  <a:pt x="184403" y="6373732"/>
                  <a:pt x="1707870" y="2678685"/>
                  <a:pt x="2058845" y="1861151"/>
                </a:cubicBezTo>
                <a:close/>
              </a:path>
            </a:pathLst>
          </a:custGeom>
          <a:pattFill prst="pct5">
            <a:fgClr>
              <a:schemeClr val="bg1"/>
            </a:fgClr>
            <a:bgClr>
              <a:schemeClr val="bg1">
                <a:lumMod val="75000"/>
              </a:schemeClr>
            </a:bgClr>
          </a:pattFill>
        </p:spPr>
        <p:txBody>
          <a:bodyPr lIns="2340000" tIns="1332000" rIns="720000" rtlCol="0">
            <a:normAutofit/>
          </a:bodyPr>
          <a:lstStyle>
            <a:lvl1pPr marL="0" indent="0" algn="ctr">
              <a:buFontTx/>
              <a:buNone/>
              <a:defRPr sz="1200" b="0" i="0">
                <a:solidFill>
                  <a:schemeClr val="tx1"/>
                </a:solidFill>
                <a:latin typeface="Schibsted Grotesk Bold" pitchFamily="2" charset="77"/>
              </a:defRPr>
            </a:lvl1pPr>
          </a:lstStyle>
          <a:p>
            <a:pPr lvl="0"/>
            <a:r>
              <a:rPr lang="en-US" noProof="0"/>
              <a:t>Click icon to add picture</a:t>
            </a:r>
          </a:p>
        </p:txBody>
      </p:sp>
      <p:sp>
        <p:nvSpPr>
          <p:cNvPr id="3" name="Date Placeholder 2">
            <a:extLst>
              <a:ext uri="{FF2B5EF4-FFF2-40B4-BE49-F238E27FC236}">
                <a16:creationId xmlns:a16="http://schemas.microsoft.com/office/drawing/2014/main" id="{886FE7AB-CFBE-39A6-A332-CD36E3A3723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4" name="Slide Number Placeholder 3">
            <a:extLst>
              <a:ext uri="{FF2B5EF4-FFF2-40B4-BE49-F238E27FC236}">
                <a16:creationId xmlns:a16="http://schemas.microsoft.com/office/drawing/2014/main" id="{AC9765F2-44B3-0048-9322-6338B7E7528C}"/>
              </a:ext>
            </a:extLst>
          </p:cNvPr>
          <p:cNvSpPr>
            <a:spLocks noGrp="1"/>
          </p:cNvSpPr>
          <p:nvPr>
            <p:ph type="sldNum"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5" name="Rectangle 4">
            <a:extLst>
              <a:ext uri="{FF2B5EF4-FFF2-40B4-BE49-F238E27FC236}">
                <a16:creationId xmlns:a16="http://schemas.microsoft.com/office/drawing/2014/main" id="{CC6F7542-F15E-D9FD-C004-36E6DE9D3969}"/>
              </a:ext>
            </a:extLst>
          </p:cNvPr>
          <p:cNvSpPr/>
          <p:nvPr userDrawn="1"/>
        </p:nvSpPr>
        <p:spPr>
          <a:xfrm rot="10800000" flipH="1" flipV="1">
            <a:off x="-1" y="-4307"/>
            <a:ext cx="4531965" cy="1625717"/>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2" name="Title 1">
            <a:extLst>
              <a:ext uri="{FF2B5EF4-FFF2-40B4-BE49-F238E27FC236}">
                <a16:creationId xmlns:a16="http://schemas.microsoft.com/office/drawing/2014/main" id="{0ED45B87-0C75-83E9-7D08-FC7E242E0F3F}"/>
              </a:ext>
            </a:extLst>
          </p:cNvPr>
          <p:cNvSpPr>
            <a:spLocks noGrp="1"/>
          </p:cNvSpPr>
          <p:nvPr>
            <p:ph type="title"/>
          </p:nvPr>
        </p:nvSpPr>
        <p:spPr>
          <a:xfrm>
            <a:off x="284400" y="444465"/>
            <a:ext cx="3489926" cy="681037"/>
          </a:xfrm>
        </p:spPr>
        <p:txBody>
          <a:bodyPr/>
          <a:lstStyle>
            <a:lvl1pPr>
              <a:defRPr>
                <a:solidFill>
                  <a:schemeClr val="bg2"/>
                </a:solidFill>
              </a:defRPr>
            </a:lvl1pPr>
          </a:lstStyle>
          <a:p>
            <a:r>
              <a:rPr lang="en-US"/>
              <a:t>Click to edit Master title style</a:t>
            </a:r>
            <a:endParaRPr lang="en-GB"/>
          </a:p>
        </p:txBody>
      </p:sp>
      <p:sp>
        <p:nvSpPr>
          <p:cNvPr id="9" name="Content Placeholder 2">
            <a:extLst>
              <a:ext uri="{FF2B5EF4-FFF2-40B4-BE49-F238E27FC236}">
                <a16:creationId xmlns:a16="http://schemas.microsoft.com/office/drawing/2014/main" id="{BB2721B5-FBC4-52D9-4FCB-97982676E629}"/>
              </a:ext>
            </a:extLst>
          </p:cNvPr>
          <p:cNvSpPr>
            <a:spLocks noGrp="1"/>
          </p:cNvSpPr>
          <p:nvPr>
            <p:ph idx="1"/>
          </p:nvPr>
        </p:nvSpPr>
        <p:spPr>
          <a:xfrm>
            <a:off x="341639" y="1850714"/>
            <a:ext cx="5267309" cy="4041039"/>
          </a:xfrm>
        </p:spPr>
        <p:txBody>
          <a:bodyPr/>
          <a:lstStyle>
            <a:lvl1pPr>
              <a:defRPr sz="2000" b="0">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Tree>
    <p:extLst>
      <p:ext uri="{BB962C8B-B14F-4D97-AF65-F5344CB8AC3E}">
        <p14:creationId xmlns:p14="http://schemas.microsoft.com/office/powerpoint/2010/main" val="153109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accent6"/>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59E2F15-9886-E490-D281-D8958469BBE6}"/>
              </a:ext>
            </a:extLst>
          </p:cNvPr>
          <p:cNvSpPr>
            <a:spLocks noGrp="1"/>
          </p:cNvSpPr>
          <p:nvPr>
            <p:ph sz="quarter" idx="14"/>
          </p:nvPr>
        </p:nvSpPr>
        <p:spPr>
          <a:xfrm>
            <a:off x="836613" y="1527175"/>
            <a:ext cx="10515600" cy="465137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a:xfrm>
            <a:off x="284400" y="6292800"/>
            <a:ext cx="551791" cy="365125"/>
          </a:xfrm>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10515600" cy="457200"/>
          </a:xfrm>
          <a:prstGeom prst="roundRect">
            <a:avLst/>
          </a:prstGeom>
        </p:spPr>
        <p:txBody>
          <a:bodyPr anchor="b"/>
          <a:lstStyle>
            <a:lvl1pPr marL="0" indent="0">
              <a:buNone/>
              <a:defRPr sz="28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21" name="Group 20">
            <a:extLst>
              <a:ext uri="{FF2B5EF4-FFF2-40B4-BE49-F238E27FC236}">
                <a16:creationId xmlns:a16="http://schemas.microsoft.com/office/drawing/2014/main" id="{F12D7FB3-7B00-0F04-883F-0EA5497DBDF3}"/>
              </a:ext>
            </a:extLst>
          </p:cNvPr>
          <p:cNvGrpSpPr/>
          <p:nvPr userDrawn="1"/>
        </p:nvGrpSpPr>
        <p:grpSpPr>
          <a:xfrm>
            <a:off x="0" y="-9598"/>
            <a:ext cx="12174398" cy="689695"/>
            <a:chOff x="0" y="-9598"/>
            <a:chExt cx="12174398" cy="689695"/>
          </a:xfrm>
        </p:grpSpPr>
        <p:cxnSp>
          <p:nvCxnSpPr>
            <p:cNvPr id="22" name="Straight Connector 21">
              <a:extLst>
                <a:ext uri="{FF2B5EF4-FFF2-40B4-BE49-F238E27FC236}">
                  <a16:creationId xmlns:a16="http://schemas.microsoft.com/office/drawing/2014/main" id="{C934F59E-0553-927B-4AFB-7324F65CD1C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70B2AE1A-627F-3503-5412-FB105316466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Tree>
    <p:extLst>
      <p:ext uri="{BB962C8B-B14F-4D97-AF65-F5344CB8AC3E}">
        <p14:creationId xmlns:p14="http://schemas.microsoft.com/office/powerpoint/2010/main" val="24434344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accent6"/>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9C6783E-E6C8-5609-E60B-7680BB9B1163}"/>
              </a:ext>
            </a:extLst>
          </p:cNvPr>
          <p:cNvSpPr>
            <a:spLocks noGrp="1"/>
          </p:cNvSpPr>
          <p:nvPr>
            <p:ph sz="quarter" idx="16"/>
          </p:nvPr>
        </p:nvSpPr>
        <p:spPr>
          <a:xfrm>
            <a:off x="836613" y="1531938"/>
            <a:ext cx="5035550" cy="4645025"/>
          </a:xfrm>
          <a:prstGeom prst="roundRect">
            <a:avLst>
              <a:gd name="adj" fmla="val 2055"/>
            </a:avLst>
          </a:prstGeo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2">
            <a:extLst>
              <a:ext uri="{FF2B5EF4-FFF2-40B4-BE49-F238E27FC236}">
                <a16:creationId xmlns:a16="http://schemas.microsoft.com/office/drawing/2014/main" id="{07D5CFEA-ED43-9A0D-8EEE-100093288D7B}"/>
              </a:ext>
            </a:extLst>
          </p:cNvPr>
          <p:cNvSpPr>
            <a:spLocks noGrp="1"/>
          </p:cNvSpPr>
          <p:nvPr>
            <p:ph type="body" idx="15" hasCustomPrompt="1"/>
          </p:nvPr>
        </p:nvSpPr>
        <p:spPr>
          <a:xfrm>
            <a:off x="6337797"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13" name="Group 12">
            <a:extLst>
              <a:ext uri="{FF2B5EF4-FFF2-40B4-BE49-F238E27FC236}">
                <a16:creationId xmlns:a16="http://schemas.microsoft.com/office/drawing/2014/main" id="{5B26751F-1800-E5B8-7BE5-64F4CA673845}"/>
              </a:ext>
            </a:extLst>
          </p:cNvPr>
          <p:cNvGrpSpPr/>
          <p:nvPr userDrawn="1"/>
        </p:nvGrpSpPr>
        <p:grpSpPr>
          <a:xfrm>
            <a:off x="0" y="-9598"/>
            <a:ext cx="12174398" cy="689695"/>
            <a:chOff x="0" y="-9598"/>
            <a:chExt cx="12174398" cy="689695"/>
          </a:xfrm>
        </p:grpSpPr>
        <p:cxnSp>
          <p:nvCxnSpPr>
            <p:cNvPr id="14" name="Straight Connector 13">
              <a:extLst>
                <a:ext uri="{FF2B5EF4-FFF2-40B4-BE49-F238E27FC236}">
                  <a16:creationId xmlns:a16="http://schemas.microsoft.com/office/drawing/2014/main" id="{7C9781F6-F189-3631-908B-F506778CA77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24EEBADD-7188-AD68-E229-384FBDF96CD5}"/>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8" name="Content Placeholder 6">
            <a:extLst>
              <a:ext uri="{FF2B5EF4-FFF2-40B4-BE49-F238E27FC236}">
                <a16:creationId xmlns:a16="http://schemas.microsoft.com/office/drawing/2014/main" id="{43C894B2-0977-371D-5891-8DCFD6A40DDC}"/>
              </a:ext>
            </a:extLst>
          </p:cNvPr>
          <p:cNvSpPr>
            <a:spLocks noGrp="1"/>
          </p:cNvSpPr>
          <p:nvPr>
            <p:ph sz="quarter" idx="17"/>
          </p:nvPr>
        </p:nvSpPr>
        <p:spPr>
          <a:xfrm>
            <a:off x="6318250" y="1531938"/>
            <a:ext cx="5035550" cy="464502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264586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8200" y="1532209"/>
            <a:ext cx="3200400" cy="4644754"/>
          </a:xfrm>
        </p:spPr>
        <p:txBody>
          <a:bodyPr/>
          <a:lstStyle>
            <a:lvl1pPr>
              <a:defRPr sz="1600" b="0">
                <a:latin typeface="+mn-lt"/>
              </a:defRPr>
            </a:lvl1pPr>
            <a:lvl2pPr>
              <a:defRPr sz="1400">
                <a:latin typeface="+mn-lt"/>
              </a:defRPr>
            </a:lvl2pPr>
            <a:lvl3pPr>
              <a:defRPr sz="1400">
                <a:latin typeface="+mn-lt"/>
              </a:defRPr>
            </a:lvl3pPr>
            <a:lvl4pPr>
              <a:defRPr sz="1200">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1532209"/>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2237"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48283"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952C0F9B-55FA-980E-CFB2-D50014A657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3936CC42-D356-43BF-9A2D-68E2909D022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48B619FC-8734-D138-CF69-C6F2D7B9DBE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Content Placeholder 2">
            <a:extLst>
              <a:ext uri="{FF2B5EF4-FFF2-40B4-BE49-F238E27FC236}">
                <a16:creationId xmlns:a16="http://schemas.microsoft.com/office/drawing/2014/main" id="{4ACFEE22-B3C1-B461-EC81-9E349235671F}"/>
              </a:ext>
            </a:extLst>
          </p:cNvPr>
          <p:cNvSpPr>
            <a:spLocks noGrp="1"/>
          </p:cNvSpPr>
          <p:nvPr>
            <p:ph idx="18"/>
          </p:nvPr>
        </p:nvSpPr>
        <p:spPr>
          <a:xfrm>
            <a:off x="8145176" y="1546898"/>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452841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accent6"/>
        </a:solidFill>
        <a:effectLst/>
      </p:bgPr>
    </p:bg>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2DF3618D-C7CA-4FD7-F81D-995436B67332}"/>
              </a:ext>
            </a:extLst>
          </p:cNvPr>
          <p:cNvSpPr>
            <a:spLocks noGrp="1"/>
          </p:cNvSpPr>
          <p:nvPr>
            <p:ph type="sldNum" sz="quarter" idx="14"/>
          </p:nvPr>
        </p:nvSpPr>
        <p:spPr>
          <a:xfrm>
            <a:off x="284400" y="6292800"/>
            <a:ext cx="551791" cy="365125"/>
          </a:xfrm>
        </p:spPr>
        <p:txBody>
          <a:bodyPr vert="horz" lIns="91440" tIns="45720" rIns="91440" bIns="45720" rtlCol="0" anchor="ctr"/>
          <a:lstStyle>
            <a:lvl1pPr>
              <a:defRPr lang="en-US" b="1" i="0" smtClean="0">
                <a:solidFill>
                  <a:schemeClr val="bg1"/>
                </a:solidFill>
                <a:latin typeface="SCHIBSTED GROTESK BOLD" pitchFamily="2" charset="77"/>
                <a:cs typeface="SCHIBSTED GROTESK BOLD" pitchFamily="2" charset="77"/>
              </a:defRPr>
            </a:lvl1pPr>
          </a:lstStyle>
          <a:p>
            <a:pPr>
              <a:defRPr/>
            </a:pPr>
            <a:fld id="{7B64B941-4F95-CD49-8C5B-59AD920AF5F7}" type="slidenum">
              <a:rPr lang="en-GB" smtClean="0"/>
              <a:pPr>
                <a:defRPr/>
              </a:pPr>
              <a:t>‹#›</a:t>
            </a:fld>
            <a:endParaRPr lang="en-GB"/>
          </a:p>
        </p:txBody>
      </p:sp>
      <p:sp>
        <p:nvSpPr>
          <p:cNvPr id="10" name="Title 1">
            <a:extLst>
              <a:ext uri="{FF2B5EF4-FFF2-40B4-BE49-F238E27FC236}">
                <a16:creationId xmlns:a16="http://schemas.microsoft.com/office/drawing/2014/main" id="{4E30535C-DFDA-BE99-D424-405B305B6357}"/>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15" name="Content Placeholder 2">
            <a:extLst>
              <a:ext uri="{FF2B5EF4-FFF2-40B4-BE49-F238E27FC236}">
                <a16:creationId xmlns:a16="http://schemas.microsoft.com/office/drawing/2014/main" id="{F98341B9-EBD3-2726-A182-FFE9759742A5}"/>
              </a:ext>
            </a:extLst>
          </p:cNvPr>
          <p:cNvSpPr>
            <a:spLocks noGrp="1"/>
          </p:cNvSpPr>
          <p:nvPr>
            <p:ph idx="1"/>
          </p:nvPr>
        </p:nvSpPr>
        <p:spPr>
          <a:xfrm>
            <a:off x="838200" y="1532209"/>
            <a:ext cx="5035416" cy="4644754"/>
          </a:xfrm>
        </p:spPr>
        <p:txBody>
          <a:bodyPr/>
          <a:lstStyle>
            <a:lvl1pPr>
              <a:defRPr sz="2000" b="0" baseline="0">
                <a:solidFill>
                  <a:schemeClr val="bg1"/>
                </a:solidFill>
                <a:latin typeface="+mn-lt"/>
              </a:defRPr>
            </a:lvl1pPr>
            <a:lvl2pPr>
              <a:defRPr baseline="0">
                <a:solidFill>
                  <a:schemeClr val="bg1"/>
                </a:solidFill>
                <a:latin typeface="+mn-lt"/>
              </a:defRPr>
            </a:lvl2pPr>
            <a:lvl3pPr>
              <a:defRPr baseline="0">
                <a:solidFill>
                  <a:schemeClr val="bg1"/>
                </a:solidFill>
                <a:latin typeface="+mn-lt"/>
              </a:defRPr>
            </a:lvl3pPr>
            <a:lvl4pPr>
              <a:defRPr baseline="0">
                <a:solidFill>
                  <a:schemeClr val="bg1"/>
                </a:solidFill>
                <a:latin typeface="+mn-lt"/>
              </a:defRPr>
            </a:lvl4pPr>
            <a:lvl5pPr>
              <a:defRPr baseline="0">
                <a:solidFill>
                  <a:schemeClr val="bg1"/>
                </a:solidFill>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17" name="Text Placeholder 2">
            <a:extLst>
              <a:ext uri="{FF2B5EF4-FFF2-40B4-BE49-F238E27FC236}">
                <a16:creationId xmlns:a16="http://schemas.microsoft.com/office/drawing/2014/main" id="{6C7C4C26-0ADB-36ED-F454-544AFB1077CF}"/>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22" name="Date Placeholder 3">
            <a:extLst>
              <a:ext uri="{FF2B5EF4-FFF2-40B4-BE49-F238E27FC236}">
                <a16:creationId xmlns:a16="http://schemas.microsoft.com/office/drawing/2014/main" id="{653D73DB-230B-DC38-D40C-033FA177DA00}"/>
              </a:ext>
            </a:extLst>
          </p:cNvPr>
          <p:cNvSpPr>
            <a:spLocks noGrp="1"/>
          </p:cNvSpPr>
          <p:nvPr>
            <p:ph type="dt" sz="half" idx="10"/>
          </p:nvPr>
        </p:nvSpPr>
        <p:spPr>
          <a:xfrm>
            <a:off x="838200" y="6292800"/>
            <a:ext cx="2743200" cy="365125"/>
          </a:xfrm>
        </p:spPr>
        <p:txBody>
          <a:bodyPr/>
          <a:lstStyle>
            <a:lvl1pPr>
              <a:defRPr>
                <a:solidFill>
                  <a:schemeClr val="bg1"/>
                </a:solidFill>
              </a:defRPr>
            </a:lvl1pPr>
          </a:lstStyle>
          <a:p>
            <a:pPr>
              <a:defRPr/>
            </a:pPr>
            <a:endParaRPr lang="en-GB"/>
          </a:p>
        </p:txBody>
      </p:sp>
      <p:grpSp>
        <p:nvGrpSpPr>
          <p:cNvPr id="2" name="Group 1">
            <a:extLst>
              <a:ext uri="{FF2B5EF4-FFF2-40B4-BE49-F238E27FC236}">
                <a16:creationId xmlns:a16="http://schemas.microsoft.com/office/drawing/2014/main" id="{F1444B20-0B44-00BC-A98A-A9E114B30716}"/>
              </a:ext>
            </a:extLst>
          </p:cNvPr>
          <p:cNvGrpSpPr/>
          <p:nvPr userDrawn="1"/>
        </p:nvGrpSpPr>
        <p:grpSpPr>
          <a:xfrm>
            <a:off x="0" y="-9598"/>
            <a:ext cx="12174398" cy="689695"/>
            <a:chOff x="0" y="-9598"/>
            <a:chExt cx="12174398" cy="689695"/>
          </a:xfrm>
        </p:grpSpPr>
        <p:cxnSp>
          <p:nvCxnSpPr>
            <p:cNvPr id="3" name="Straight Connector 2">
              <a:extLst>
                <a:ext uri="{FF2B5EF4-FFF2-40B4-BE49-F238E27FC236}">
                  <a16:creationId xmlns:a16="http://schemas.microsoft.com/office/drawing/2014/main" id="{A05CF2EF-360D-81F0-6627-D11620F3763B}"/>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Freeform: Shape 3">
              <a:extLst>
                <a:ext uri="{FF2B5EF4-FFF2-40B4-BE49-F238E27FC236}">
                  <a16:creationId xmlns:a16="http://schemas.microsoft.com/office/drawing/2014/main" id="{0C3FAF3A-E163-DC4F-E138-C787D9E71CDF}"/>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5" name="Picture Placeholder 4">
            <a:extLst>
              <a:ext uri="{FF2B5EF4-FFF2-40B4-BE49-F238E27FC236}">
                <a16:creationId xmlns:a16="http://schemas.microsoft.com/office/drawing/2014/main" id="{4EF23A79-6799-99D1-7CD7-D6D56EC20615}"/>
              </a:ext>
            </a:extLst>
          </p:cNvPr>
          <p:cNvSpPr>
            <a:spLocks noGrp="1"/>
          </p:cNvSpPr>
          <p:nvPr>
            <p:ph type="pic" sz="quarter" idx="15"/>
          </p:nvPr>
        </p:nvSpPr>
        <p:spPr>
          <a:xfrm>
            <a:off x="6203575" y="808609"/>
            <a:ext cx="6001559" cy="607021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1"/>
                </a:solidFill>
                <a:latin typeface="Schibsted Grotesk Bold" pitchFamily="2" charset="77"/>
                <a:cs typeface="Schibsted Grotesk Bold" pitchFamily="2" charset="77"/>
              </a:defRPr>
            </a:lvl1pPr>
          </a:lstStyle>
          <a:p>
            <a:pPr lvl="0"/>
            <a:r>
              <a:rPr lang="en-US" noProof="0"/>
              <a:t>Click icon to add picture</a:t>
            </a:r>
          </a:p>
        </p:txBody>
      </p:sp>
    </p:spTree>
    <p:extLst>
      <p:ext uri="{BB962C8B-B14F-4D97-AF65-F5344CB8AC3E}">
        <p14:creationId xmlns:p14="http://schemas.microsoft.com/office/powerpoint/2010/main" val="136622521"/>
      </p:ext>
    </p:extLst>
  </p:cSld>
  <p:clrMapOvr>
    <a:masterClrMapping/>
  </p:clrMapOvr>
  <p:transition spd="slow"/>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4181" y="3256383"/>
            <a:ext cx="3200400" cy="2920579"/>
          </a:xfrm>
        </p:spPr>
        <p:txBody>
          <a:bodyPr/>
          <a:lstStyle>
            <a:lvl1pPr>
              <a:defRPr sz="1400" b="0">
                <a:solidFill>
                  <a:schemeClr val="bg1"/>
                </a:solidFill>
                <a:latin typeface="+mn-lt"/>
              </a:defRPr>
            </a:lvl1pPr>
            <a:lvl2pPr>
              <a:defRPr sz="1400">
                <a:solidFill>
                  <a:schemeClr val="bg1"/>
                </a:solidFill>
                <a:latin typeface="+mn-lt"/>
              </a:defRPr>
            </a:lvl2pPr>
            <a:lvl3pPr>
              <a:defRPr sz="1400">
                <a:solidFill>
                  <a:schemeClr val="bg1"/>
                </a:solidFill>
                <a:latin typeface="+mn-lt"/>
              </a:defRPr>
            </a:lvl3pPr>
            <a:lvl4pPr>
              <a:defRPr>
                <a:solidFill>
                  <a:schemeClr val="bg1"/>
                </a:solidFill>
                <a:latin typeface="+mn-lt"/>
              </a:defRPr>
            </a:lvl4pPr>
            <a:lvl5pPr>
              <a:defRPr sz="10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4181" y="2655354"/>
            <a:ext cx="3200400" cy="457200"/>
          </a:xfrm>
          <a:prstGeom prst="roundRect">
            <a:avLst/>
          </a:prstGeom>
        </p:spPr>
        <p:txBody>
          <a:bodyPr anchor="b"/>
          <a:lstStyle>
            <a:lvl1pPr marL="0" indent="0">
              <a:buNone/>
              <a:defRPr sz="1600" b="0">
                <a:solidFill>
                  <a:schemeClr val="bg1"/>
                </a:solidFill>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0" name="Content Placeholder 2">
            <a:extLst>
              <a:ext uri="{FF2B5EF4-FFF2-40B4-BE49-F238E27FC236}">
                <a16:creationId xmlns:a16="http://schemas.microsoft.com/office/drawing/2014/main" id="{3F67DC82-C80E-9FA5-5DCA-081D9D5C3DF2}"/>
              </a:ext>
            </a:extLst>
          </p:cNvPr>
          <p:cNvSpPr>
            <a:spLocks noGrp="1"/>
          </p:cNvSpPr>
          <p:nvPr>
            <p:ph idx="14"/>
          </p:nvPr>
        </p:nvSpPr>
        <p:spPr>
          <a:xfrm>
            <a:off x="8153400" y="3256383"/>
            <a:ext cx="3203507" cy="2921520"/>
          </a:xfrm>
        </p:spPr>
        <p:txBody>
          <a:bodyPr/>
          <a:lstStyle>
            <a:lvl1pPr>
              <a:defRPr sz="1400" b="0">
                <a:solidFill>
                  <a:schemeClr val="bg1"/>
                </a:solidFill>
                <a:latin typeface="+mn-lt"/>
              </a:defRPr>
            </a:lvl1pPr>
            <a:lvl2pPr>
              <a:defRPr sz="1400">
                <a:solidFill>
                  <a:schemeClr val="bg1"/>
                </a:solidFill>
                <a:latin typeface="+mn-lt"/>
              </a:defRPr>
            </a:lvl2pPr>
            <a:lvl3pPr>
              <a:defRPr sz="1400">
                <a:solidFill>
                  <a:schemeClr val="bg1"/>
                </a:solidFill>
                <a:latin typeface="+mn-lt"/>
              </a:defRPr>
            </a:lvl3pPr>
            <a:lvl4pPr>
              <a:defRPr>
                <a:solidFill>
                  <a:schemeClr val="bg1"/>
                </a:solidFill>
                <a:latin typeface="+mn-lt"/>
              </a:defRPr>
            </a:lvl4pPr>
            <a:lvl5pPr>
              <a:defRPr sz="10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3256383"/>
            <a:ext cx="3203507" cy="2920580"/>
          </a:xfrm>
        </p:spPr>
        <p:txBody>
          <a:bodyPr/>
          <a:lstStyle>
            <a:lvl1pPr>
              <a:defRPr sz="1400" b="0">
                <a:solidFill>
                  <a:schemeClr val="bg1"/>
                </a:solidFill>
                <a:latin typeface="+mn-lt"/>
              </a:defRPr>
            </a:lvl1pPr>
            <a:lvl2pPr>
              <a:defRPr sz="1400">
                <a:solidFill>
                  <a:schemeClr val="bg1"/>
                </a:solidFill>
                <a:latin typeface="+mn-lt"/>
              </a:defRPr>
            </a:lvl2pPr>
            <a:lvl3pPr>
              <a:defRPr sz="1400">
                <a:solidFill>
                  <a:schemeClr val="bg1"/>
                </a:solidFill>
                <a:latin typeface="+mn-lt"/>
              </a:defRPr>
            </a:lvl3pPr>
            <a:lvl4pPr>
              <a:defRPr>
                <a:solidFill>
                  <a:schemeClr val="bg1"/>
                </a:solidFill>
                <a:latin typeface="+mn-lt"/>
              </a:defRPr>
            </a:lvl4pPr>
            <a:lvl5pPr>
              <a:defRPr sz="10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5344" y="2655354"/>
            <a:ext cx="3200400" cy="457200"/>
          </a:xfrm>
          <a:prstGeom prst="roundRect">
            <a:avLst/>
          </a:prstGeom>
        </p:spPr>
        <p:txBody>
          <a:bodyPr anchor="b"/>
          <a:lstStyle>
            <a:lvl1pPr marL="0" indent="0">
              <a:buNone/>
              <a:defRPr sz="1600" b="0">
                <a:solidFill>
                  <a:schemeClr val="bg1"/>
                </a:solidFill>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52488" y="2655354"/>
            <a:ext cx="3200400" cy="457200"/>
          </a:xfrm>
          <a:prstGeom prst="roundRect">
            <a:avLst/>
          </a:prstGeom>
        </p:spPr>
        <p:txBody>
          <a:bodyPr anchor="b"/>
          <a:lstStyle>
            <a:lvl1pPr marL="0" indent="0">
              <a:buNone/>
              <a:defRPr sz="1600" b="0">
                <a:solidFill>
                  <a:schemeClr val="bg1"/>
                </a:solidFill>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chemeClr val="bg1"/>
                </a:solidFill>
                <a:effectLst/>
                <a:uLnTx/>
                <a:uFillTx/>
                <a:latin typeface="Schibsted Grotesk Bold"/>
                <a:ea typeface="+mn-ea"/>
                <a:cs typeface="+mn-cs"/>
              </a:endParaRPr>
            </a:p>
          </p:txBody>
        </p:sp>
      </p:grpSp>
      <p:sp>
        <p:nvSpPr>
          <p:cNvPr id="7" name="Picture Placeholder 19">
            <a:extLst>
              <a:ext uri="{FF2B5EF4-FFF2-40B4-BE49-F238E27FC236}">
                <a16:creationId xmlns:a16="http://schemas.microsoft.com/office/drawing/2014/main" id="{9C9A33DF-7C39-291D-FB88-77EE12B203A7}"/>
              </a:ext>
            </a:extLst>
          </p:cNvPr>
          <p:cNvSpPr>
            <a:spLocks noGrp="1"/>
          </p:cNvSpPr>
          <p:nvPr>
            <p:ph type="pic" sz="quarter" idx="20"/>
          </p:nvPr>
        </p:nvSpPr>
        <p:spPr>
          <a:xfrm>
            <a:off x="1294696"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8" name="Picture Placeholder 19">
            <a:extLst>
              <a:ext uri="{FF2B5EF4-FFF2-40B4-BE49-F238E27FC236}">
                <a16:creationId xmlns:a16="http://schemas.microsoft.com/office/drawing/2014/main" id="{7E3C5290-E27F-BE6E-245D-B67581625A7A}"/>
              </a:ext>
            </a:extLst>
          </p:cNvPr>
          <p:cNvSpPr>
            <a:spLocks noGrp="1"/>
          </p:cNvSpPr>
          <p:nvPr>
            <p:ph type="pic" sz="quarter" idx="25"/>
          </p:nvPr>
        </p:nvSpPr>
        <p:spPr>
          <a:xfrm>
            <a:off x="4954305"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9" name="Picture Placeholder 19">
            <a:extLst>
              <a:ext uri="{FF2B5EF4-FFF2-40B4-BE49-F238E27FC236}">
                <a16:creationId xmlns:a16="http://schemas.microsoft.com/office/drawing/2014/main" id="{F444B89A-5B13-1CC5-CCC2-13C1C3BC00DA}"/>
              </a:ext>
            </a:extLst>
          </p:cNvPr>
          <p:cNvSpPr>
            <a:spLocks noGrp="1"/>
          </p:cNvSpPr>
          <p:nvPr>
            <p:ph type="pic" sz="quarter" idx="26"/>
          </p:nvPr>
        </p:nvSpPr>
        <p:spPr>
          <a:xfrm>
            <a:off x="8613003"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Tree>
    <p:extLst>
      <p:ext uri="{BB962C8B-B14F-4D97-AF65-F5344CB8AC3E}">
        <p14:creationId xmlns:p14="http://schemas.microsoft.com/office/powerpoint/2010/main" val="1909159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Text Placeholder 32">
            <a:extLst>
              <a:ext uri="{FF2B5EF4-FFF2-40B4-BE49-F238E27FC236}">
                <a16:creationId xmlns:a16="http://schemas.microsoft.com/office/drawing/2014/main" id="{82D4F9CD-3196-A275-C402-E03F0A1577A3}"/>
              </a:ext>
            </a:extLst>
          </p:cNvPr>
          <p:cNvSpPr>
            <a:spLocks noGrp="1"/>
          </p:cNvSpPr>
          <p:nvPr>
            <p:ph type="body" sz="quarter" idx="23"/>
          </p:nvPr>
        </p:nvSpPr>
        <p:spPr>
          <a:xfrm>
            <a:off x="455671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18" name="Text Placeholder 32">
            <a:extLst>
              <a:ext uri="{FF2B5EF4-FFF2-40B4-BE49-F238E27FC236}">
                <a16:creationId xmlns:a16="http://schemas.microsoft.com/office/drawing/2014/main" id="{CD0F6261-F17E-2CC5-3020-24400BBA924A}"/>
              </a:ext>
            </a:extLst>
          </p:cNvPr>
          <p:cNvSpPr>
            <a:spLocks noGrp="1" noChangeAspect="1"/>
          </p:cNvSpPr>
          <p:nvPr>
            <p:ph type="body" sz="quarter" idx="19"/>
          </p:nvPr>
        </p:nvSpPr>
        <p:spPr>
          <a:xfrm>
            <a:off x="5236152"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23" name="Text Placeholder 32">
            <a:extLst>
              <a:ext uri="{FF2B5EF4-FFF2-40B4-BE49-F238E27FC236}">
                <a16:creationId xmlns:a16="http://schemas.microsoft.com/office/drawing/2014/main" id="{CD82881F-1C60-A118-957C-F8C7AE327E56}"/>
              </a:ext>
            </a:extLst>
          </p:cNvPr>
          <p:cNvSpPr>
            <a:spLocks noGrp="1"/>
          </p:cNvSpPr>
          <p:nvPr>
            <p:ph type="body" sz="quarter" idx="24"/>
          </p:nvPr>
        </p:nvSpPr>
        <p:spPr>
          <a:xfrm>
            <a:off x="731003"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5" name="Text Placeholder 32">
            <a:extLst>
              <a:ext uri="{FF2B5EF4-FFF2-40B4-BE49-F238E27FC236}">
                <a16:creationId xmlns:a16="http://schemas.microsoft.com/office/drawing/2014/main" id="{F4D31BDB-3DF7-3AB7-B9D0-D9E5FF137657}"/>
              </a:ext>
            </a:extLst>
          </p:cNvPr>
          <p:cNvSpPr>
            <a:spLocks noGrp="1"/>
          </p:cNvSpPr>
          <p:nvPr>
            <p:ph type="body" sz="quarter" idx="26"/>
          </p:nvPr>
        </p:nvSpPr>
        <p:spPr>
          <a:xfrm>
            <a:off x="838242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8" name="Text Placeholder 2">
            <a:extLst>
              <a:ext uri="{FF2B5EF4-FFF2-40B4-BE49-F238E27FC236}">
                <a16:creationId xmlns:a16="http://schemas.microsoft.com/office/drawing/2014/main" id="{2285408F-EC19-4DA6-AB29-EA683DB57762}"/>
              </a:ext>
            </a:extLst>
          </p:cNvPr>
          <p:cNvSpPr>
            <a:spLocks noGrp="1"/>
          </p:cNvSpPr>
          <p:nvPr>
            <p:ph type="body" idx="13" hasCustomPrompt="1"/>
          </p:nvPr>
        </p:nvSpPr>
        <p:spPr>
          <a:xfrm>
            <a:off x="836191" y="819456"/>
            <a:ext cx="105156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32">
            <a:extLst>
              <a:ext uri="{FF2B5EF4-FFF2-40B4-BE49-F238E27FC236}">
                <a16:creationId xmlns:a16="http://schemas.microsoft.com/office/drawing/2014/main" id="{BDC410FB-5C84-B039-5CD4-9327E21FEE21}"/>
              </a:ext>
            </a:extLst>
          </p:cNvPr>
          <p:cNvSpPr>
            <a:spLocks noGrp="1" noChangeAspect="1"/>
          </p:cNvSpPr>
          <p:nvPr>
            <p:ph type="body" sz="quarter" idx="28"/>
          </p:nvPr>
        </p:nvSpPr>
        <p:spPr>
          <a:xfrm>
            <a:off x="1412450"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13" name="Text Placeholder 32">
            <a:extLst>
              <a:ext uri="{FF2B5EF4-FFF2-40B4-BE49-F238E27FC236}">
                <a16:creationId xmlns:a16="http://schemas.microsoft.com/office/drawing/2014/main" id="{93EB3850-F46A-7F40-6EDF-8A505981BA52}"/>
              </a:ext>
            </a:extLst>
          </p:cNvPr>
          <p:cNvSpPr>
            <a:spLocks noGrp="1" noChangeAspect="1"/>
          </p:cNvSpPr>
          <p:nvPr>
            <p:ph type="body" sz="quarter" idx="29"/>
          </p:nvPr>
        </p:nvSpPr>
        <p:spPr>
          <a:xfrm>
            <a:off x="9059854"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Tree>
    <p:extLst>
      <p:ext uri="{BB962C8B-B14F-4D97-AF65-F5344CB8AC3E}">
        <p14:creationId xmlns:p14="http://schemas.microsoft.com/office/powerpoint/2010/main" val="33641700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chemeClr val="accent6"/>
        </a:solidFill>
        <a:effectLst/>
      </p:bgPr>
    </p:bg>
    <p:spTree>
      <p:nvGrpSpPr>
        <p:cNvPr id="1" name=""/>
        <p:cNvGrpSpPr/>
        <p:nvPr/>
      </p:nvGrpSpPr>
      <p:grpSpPr>
        <a:xfrm>
          <a:off x="0" y="0"/>
          <a:ext cx="0" cy="0"/>
          <a:chOff x="0" y="0"/>
          <a:chExt cx="0" cy="0"/>
        </a:xfrm>
      </p:grpSpPr>
      <p:sp>
        <p:nvSpPr>
          <p:cNvPr id="23" name="Picture Placeholder 4">
            <a:extLst>
              <a:ext uri="{FF2B5EF4-FFF2-40B4-BE49-F238E27FC236}">
                <a16:creationId xmlns:a16="http://schemas.microsoft.com/office/drawing/2014/main" id="{14C568E1-65EC-A505-EF2D-BE9758203DDC}"/>
              </a:ext>
            </a:extLst>
          </p:cNvPr>
          <p:cNvSpPr txBox="1">
            <a:spLocks/>
          </p:cNvSpPr>
          <p:nvPr userDrawn="1"/>
        </p:nvSpPr>
        <p:spPr>
          <a:xfrm>
            <a:off x="6318386" y="937309"/>
            <a:ext cx="5873614" cy="594042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solidFill>
            <a:schemeClr val="bg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2" name="Title 1">
            <a:extLst>
              <a:ext uri="{FF2B5EF4-FFF2-40B4-BE49-F238E27FC236}">
                <a16:creationId xmlns:a16="http://schemas.microsoft.com/office/drawing/2014/main" id="{523A7CC5-62EC-C755-E113-77487C31B6F8}"/>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E9733830-4C87-211B-5652-E01C64BA4BB4}"/>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4" name="Slide Number Placeholder 3">
            <a:extLst>
              <a:ext uri="{FF2B5EF4-FFF2-40B4-BE49-F238E27FC236}">
                <a16:creationId xmlns:a16="http://schemas.microsoft.com/office/drawing/2014/main" id="{BEC1693D-25F4-6B93-6B7D-EB3A856DCBDB}"/>
              </a:ext>
            </a:extLst>
          </p:cNvPr>
          <p:cNvSpPr>
            <a:spLocks noGrp="1"/>
          </p:cNvSpPr>
          <p:nvPr>
            <p:ph type="sldNum" sz="quarter" idx="11"/>
          </p:nvPr>
        </p:nvSpPr>
        <p:spPr/>
        <p:txBody>
          <a:bodyPr/>
          <a:lstStyle>
            <a:lvl1pPr>
              <a:defRPr>
                <a:solidFill>
                  <a:schemeClr val="bg1"/>
                </a:solidFill>
              </a:defRPr>
            </a:lvl1pPr>
          </a:lstStyle>
          <a:p>
            <a:pPr eaLnBrk="0" fontAlgn="base" hangingPunct="0">
              <a:spcBef>
                <a:spcPct val="0"/>
              </a:spcBef>
              <a:spcAft>
                <a:spcPct val="0"/>
              </a:spcAft>
              <a:defRPr/>
            </a:pPr>
            <a:fld id="{CC814026-9D66-433A-8979-C2D7694BCAD4}" type="slidenum">
              <a:rPr lang="en-GB" smtClean="0"/>
              <a:pPr eaLnBrk="0" fontAlgn="base" hangingPunct="0">
                <a:spcBef>
                  <a:spcPct val="0"/>
                </a:spcBef>
                <a:spcAft>
                  <a:spcPct val="0"/>
                </a:spcAft>
                <a:defRPr/>
              </a:pPr>
              <a:t>‹#›</a:t>
            </a:fld>
            <a:endParaRPr lang="en-GB"/>
          </a:p>
        </p:txBody>
      </p:sp>
      <p:grpSp>
        <p:nvGrpSpPr>
          <p:cNvPr id="11" name="Group 10">
            <a:extLst>
              <a:ext uri="{FF2B5EF4-FFF2-40B4-BE49-F238E27FC236}">
                <a16:creationId xmlns:a16="http://schemas.microsoft.com/office/drawing/2014/main" id="{4E3B9152-B094-BD0A-EB7B-17EEA252F461}"/>
              </a:ext>
            </a:extLst>
          </p:cNvPr>
          <p:cNvGrpSpPr/>
          <p:nvPr userDrawn="1"/>
        </p:nvGrpSpPr>
        <p:grpSpPr>
          <a:xfrm>
            <a:off x="0" y="-9598"/>
            <a:ext cx="12174398" cy="689695"/>
            <a:chOff x="0" y="-9598"/>
            <a:chExt cx="12174398" cy="689695"/>
          </a:xfrm>
        </p:grpSpPr>
        <p:cxnSp>
          <p:nvCxnSpPr>
            <p:cNvPr id="12" name="Straight Connector 11">
              <a:extLst>
                <a:ext uri="{FF2B5EF4-FFF2-40B4-BE49-F238E27FC236}">
                  <a16:creationId xmlns:a16="http://schemas.microsoft.com/office/drawing/2014/main" id="{F8907D14-6139-A2FB-F6A5-FD8548C5DF48}"/>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30F0B43E-0CA1-EA7B-E916-DA68E3BDB793}"/>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15" name="Picture Placeholder 19">
            <a:extLst>
              <a:ext uri="{FF2B5EF4-FFF2-40B4-BE49-F238E27FC236}">
                <a16:creationId xmlns:a16="http://schemas.microsoft.com/office/drawing/2014/main" id="{AC0526FD-276B-C626-14A7-3043D64C6525}"/>
              </a:ext>
            </a:extLst>
          </p:cNvPr>
          <p:cNvSpPr>
            <a:spLocks noGrp="1"/>
          </p:cNvSpPr>
          <p:nvPr>
            <p:ph type="pic" sz="quarter" idx="20"/>
          </p:nvPr>
        </p:nvSpPr>
        <p:spPr>
          <a:xfrm>
            <a:off x="8785781" y="1159091"/>
            <a:ext cx="2279370" cy="1608872"/>
          </a:xfrm>
          <a:prstGeom prst="roundRect">
            <a:avLst/>
          </a:prstGeom>
          <a:pattFill prst="pct5">
            <a:fgClr>
              <a:schemeClr val="bg1"/>
            </a:fgClr>
            <a:bgClr>
              <a:schemeClr val="bg1">
                <a:lumMod val="75000"/>
              </a:schemeClr>
            </a:bgClr>
          </a:pattFill>
        </p:spPr>
        <p:txBody>
          <a:bodyPr lIns="0" tIns="0" rIns="0" bIns="0">
            <a:noAutofit/>
          </a:bodyPr>
          <a:lstStyle>
            <a:lvl1pPr marL="0" indent="0">
              <a:buFontTx/>
              <a:buNone/>
              <a:defRPr sz="1200" b="1" baseline="0">
                <a:solidFill>
                  <a:schemeClr val="tx1"/>
                </a:solidFill>
                <a:latin typeface="Schibsted Grotesk" pitchFamily="2" charset="0"/>
                <a:cs typeface="Schibsted Grotesk" pitchFamily="2" charset="0"/>
              </a:defRPr>
            </a:lvl1pPr>
          </a:lstStyle>
          <a:p>
            <a:pPr lvl="0"/>
            <a:endParaRPr lang="en-US" noProof="0"/>
          </a:p>
          <a:p>
            <a:pPr lvl="0"/>
            <a:r>
              <a:rPr lang="en-US" noProof="0"/>
              <a:t>Click icon to add picture</a:t>
            </a:r>
          </a:p>
        </p:txBody>
      </p:sp>
      <p:sp>
        <p:nvSpPr>
          <p:cNvPr id="18" name="Picture Placeholder 19">
            <a:extLst>
              <a:ext uri="{FF2B5EF4-FFF2-40B4-BE49-F238E27FC236}">
                <a16:creationId xmlns:a16="http://schemas.microsoft.com/office/drawing/2014/main" id="{73E3A124-681D-6890-F13F-2E6B50054575}"/>
              </a:ext>
            </a:extLst>
          </p:cNvPr>
          <p:cNvSpPr>
            <a:spLocks noGrp="1"/>
          </p:cNvSpPr>
          <p:nvPr>
            <p:ph type="pic" sz="quarter" idx="21"/>
          </p:nvPr>
        </p:nvSpPr>
        <p:spPr>
          <a:xfrm>
            <a:off x="8785781" y="5058840"/>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9" name="Picture Placeholder 19">
            <a:extLst>
              <a:ext uri="{FF2B5EF4-FFF2-40B4-BE49-F238E27FC236}">
                <a16:creationId xmlns:a16="http://schemas.microsoft.com/office/drawing/2014/main" id="{21D43A0F-149C-D4C6-F977-AD04BC090520}"/>
              </a:ext>
            </a:extLst>
          </p:cNvPr>
          <p:cNvSpPr>
            <a:spLocks noGrp="1"/>
          </p:cNvSpPr>
          <p:nvPr>
            <p:ph type="pic" sz="quarter" idx="22"/>
          </p:nvPr>
        </p:nvSpPr>
        <p:spPr>
          <a:xfrm>
            <a:off x="8785780" y="3104252"/>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1" name="Content Placeholder 2">
            <a:extLst>
              <a:ext uri="{FF2B5EF4-FFF2-40B4-BE49-F238E27FC236}">
                <a16:creationId xmlns:a16="http://schemas.microsoft.com/office/drawing/2014/main" id="{5A8A3128-4F97-7F3B-29AB-B925E43E7DEF}"/>
              </a:ext>
            </a:extLst>
          </p:cNvPr>
          <p:cNvSpPr>
            <a:spLocks noGrp="1"/>
          </p:cNvSpPr>
          <p:nvPr>
            <p:ph idx="1"/>
          </p:nvPr>
        </p:nvSpPr>
        <p:spPr>
          <a:xfrm>
            <a:off x="838200" y="1532209"/>
            <a:ext cx="5035416" cy="4644754"/>
          </a:xfrm>
        </p:spPr>
        <p:txBody>
          <a:bodyPr/>
          <a:lstStyle>
            <a:lvl1pPr>
              <a:defRPr sz="1800" b="0" baseline="0">
                <a:solidFill>
                  <a:schemeClr val="bg1"/>
                </a:solidFill>
                <a:latin typeface="+mn-lt"/>
              </a:defRPr>
            </a:lvl1pPr>
            <a:lvl2pPr>
              <a:defRPr baseline="0">
                <a:solidFill>
                  <a:schemeClr val="bg1"/>
                </a:solidFill>
                <a:latin typeface="+mn-lt"/>
              </a:defRPr>
            </a:lvl2pPr>
            <a:lvl3pPr>
              <a:defRPr baseline="0">
                <a:solidFill>
                  <a:schemeClr val="bg1"/>
                </a:solidFill>
                <a:latin typeface="+mn-lt"/>
              </a:defRPr>
            </a:lvl3pPr>
            <a:lvl4pPr>
              <a:defRPr baseline="0">
                <a:solidFill>
                  <a:schemeClr val="bg1"/>
                </a:solidFill>
                <a:latin typeface="+mn-lt"/>
              </a:defRPr>
            </a:lvl4pPr>
            <a:lvl5pPr>
              <a:defRPr baseline="0">
                <a:solidFill>
                  <a:schemeClr val="bg1"/>
                </a:solidFill>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22" name="Text Placeholder 2">
            <a:extLst>
              <a:ext uri="{FF2B5EF4-FFF2-40B4-BE49-F238E27FC236}">
                <a16:creationId xmlns:a16="http://schemas.microsoft.com/office/drawing/2014/main" id="{4E90F3AD-8458-F174-1F2E-61CB4FC0EEBC}"/>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Tree>
    <p:extLst>
      <p:ext uri="{BB962C8B-B14F-4D97-AF65-F5344CB8AC3E}">
        <p14:creationId xmlns:p14="http://schemas.microsoft.com/office/powerpoint/2010/main" val="22497465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accent6"/>
        </a:solidFill>
        <a:effectLst/>
      </p:bgPr>
    </p:bg>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8208147A-7A59-A51D-66A4-F4D9B99BCF13}"/>
              </a:ext>
            </a:extLst>
          </p:cNvPr>
          <p:cNvSpPr/>
          <p:nvPr userDrawn="1"/>
        </p:nvSpPr>
        <p:spPr>
          <a:xfrm flipH="1">
            <a:off x="4981824" y="-6393"/>
            <a:ext cx="7229029" cy="502571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11" name="Picture Placeholder 4">
            <a:extLst>
              <a:ext uri="{FF2B5EF4-FFF2-40B4-BE49-F238E27FC236}">
                <a16:creationId xmlns:a16="http://schemas.microsoft.com/office/drawing/2014/main" id="{6776259F-AF3D-CBA3-3C4A-5358714487CE}"/>
              </a:ext>
            </a:extLst>
          </p:cNvPr>
          <p:cNvSpPr>
            <a:spLocks noGrp="1"/>
          </p:cNvSpPr>
          <p:nvPr>
            <p:ph type="pic" sz="quarter" idx="14"/>
          </p:nvPr>
        </p:nvSpPr>
        <p:spPr>
          <a:xfrm>
            <a:off x="5722071" y="1325640"/>
            <a:ext cx="6488784" cy="5532361"/>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2381228 w 8262794"/>
              <a:gd name="connsiteY0" fmla="*/ 1133627 h 6382945"/>
              <a:gd name="connsiteX1" fmla="*/ 5531504 w 8262794"/>
              <a:gd name="connsiteY1" fmla="*/ 16 h 6382945"/>
              <a:gd name="connsiteX2" fmla="*/ 7183294 w 8262794"/>
              <a:gd name="connsiteY2" fmla="*/ 951919 h 6382945"/>
              <a:gd name="connsiteX3" fmla="*/ 8262794 w 8262794"/>
              <a:gd name="connsiteY3" fmla="*/ 3530019 h 6382945"/>
              <a:gd name="connsiteX4" fmla="*/ 8244179 w 8262794"/>
              <a:gd name="connsiteY4" fmla="*/ 6382945 h 6382945"/>
              <a:gd name="connsiteX5" fmla="*/ 0 w 8262794"/>
              <a:gd name="connsiteY5" fmla="*/ 6374557 h 6382945"/>
              <a:gd name="connsiteX6" fmla="*/ 558290 w 8262794"/>
              <a:gd name="connsiteY6" fmla="*/ 4967074 h 6382945"/>
              <a:gd name="connsiteX7" fmla="*/ 2352037 w 8262794"/>
              <a:gd name="connsiteY7" fmla="*/ 3526750 h 6382945"/>
              <a:gd name="connsiteX8" fmla="*/ 2381228 w 8262794"/>
              <a:gd name="connsiteY8" fmla="*/ 1133627 h 6382945"/>
              <a:gd name="connsiteX0" fmla="*/ 2381228 w 8262794"/>
              <a:gd name="connsiteY0" fmla="*/ 1625991 h 6875309"/>
              <a:gd name="connsiteX1" fmla="*/ 4552627 w 8262794"/>
              <a:gd name="connsiteY1" fmla="*/ 11 h 6875309"/>
              <a:gd name="connsiteX2" fmla="*/ 7183294 w 8262794"/>
              <a:gd name="connsiteY2" fmla="*/ 1444283 h 6875309"/>
              <a:gd name="connsiteX3" fmla="*/ 8262794 w 8262794"/>
              <a:gd name="connsiteY3" fmla="*/ 4022383 h 6875309"/>
              <a:gd name="connsiteX4" fmla="*/ 8244179 w 8262794"/>
              <a:gd name="connsiteY4" fmla="*/ 6875309 h 6875309"/>
              <a:gd name="connsiteX5" fmla="*/ 0 w 8262794"/>
              <a:gd name="connsiteY5" fmla="*/ 6866921 h 6875309"/>
              <a:gd name="connsiteX6" fmla="*/ 558290 w 8262794"/>
              <a:gd name="connsiteY6" fmla="*/ 5459438 h 6875309"/>
              <a:gd name="connsiteX7" fmla="*/ 2352037 w 8262794"/>
              <a:gd name="connsiteY7" fmla="*/ 4019114 h 6875309"/>
              <a:gd name="connsiteX8" fmla="*/ 2381228 w 8262794"/>
              <a:gd name="connsiteY8" fmla="*/ 1625991 h 6875309"/>
              <a:gd name="connsiteX0" fmla="*/ 2381228 w 8338129"/>
              <a:gd name="connsiteY0" fmla="*/ 2019778 h 7269096"/>
              <a:gd name="connsiteX1" fmla="*/ 4552627 w 8338129"/>
              <a:gd name="connsiteY1" fmla="*/ 393798 h 7269096"/>
              <a:gd name="connsiteX2" fmla="*/ 8214924 w 8338129"/>
              <a:gd name="connsiteY2" fmla="*/ 437163 h 7269096"/>
              <a:gd name="connsiteX3" fmla="*/ 8262794 w 8338129"/>
              <a:gd name="connsiteY3" fmla="*/ 4416170 h 7269096"/>
              <a:gd name="connsiteX4" fmla="*/ 8244179 w 8338129"/>
              <a:gd name="connsiteY4" fmla="*/ 7269096 h 7269096"/>
              <a:gd name="connsiteX5" fmla="*/ 0 w 8338129"/>
              <a:gd name="connsiteY5" fmla="*/ 7260708 h 7269096"/>
              <a:gd name="connsiteX6" fmla="*/ 558290 w 8338129"/>
              <a:gd name="connsiteY6" fmla="*/ 5853225 h 7269096"/>
              <a:gd name="connsiteX7" fmla="*/ 2352037 w 8338129"/>
              <a:gd name="connsiteY7" fmla="*/ 4412901 h 7269096"/>
              <a:gd name="connsiteX8" fmla="*/ 2381228 w 8338129"/>
              <a:gd name="connsiteY8" fmla="*/ 2019778 h 7269096"/>
              <a:gd name="connsiteX0" fmla="*/ 2381228 w 8262794"/>
              <a:gd name="connsiteY0" fmla="*/ 1625992 h 6875310"/>
              <a:gd name="connsiteX1" fmla="*/ 4552627 w 8262794"/>
              <a:gd name="connsiteY1" fmla="*/ 12 h 6875310"/>
              <a:gd name="connsiteX2" fmla="*/ 7640493 w 8262794"/>
              <a:gd name="connsiteY2" fmla="*/ 1327054 h 6875310"/>
              <a:gd name="connsiteX3" fmla="*/ 8262794 w 8262794"/>
              <a:gd name="connsiteY3" fmla="*/ 4022384 h 6875310"/>
              <a:gd name="connsiteX4" fmla="*/ 8244179 w 8262794"/>
              <a:gd name="connsiteY4" fmla="*/ 6875310 h 6875310"/>
              <a:gd name="connsiteX5" fmla="*/ 0 w 8262794"/>
              <a:gd name="connsiteY5" fmla="*/ 6866922 h 6875310"/>
              <a:gd name="connsiteX6" fmla="*/ 558290 w 8262794"/>
              <a:gd name="connsiteY6" fmla="*/ 5459439 h 6875310"/>
              <a:gd name="connsiteX7" fmla="*/ 2352037 w 8262794"/>
              <a:gd name="connsiteY7" fmla="*/ 4019115 h 6875310"/>
              <a:gd name="connsiteX8" fmla="*/ 2381228 w 8262794"/>
              <a:gd name="connsiteY8" fmla="*/ 1625992 h 6875310"/>
              <a:gd name="connsiteX0" fmla="*/ 2381228 w 8262794"/>
              <a:gd name="connsiteY0" fmla="*/ 1625992 h 6875310"/>
              <a:gd name="connsiteX1" fmla="*/ 4552627 w 8262794"/>
              <a:gd name="connsiteY1" fmla="*/ 12 h 6875310"/>
              <a:gd name="connsiteX2" fmla="*/ 8262794 w 8262794"/>
              <a:gd name="connsiteY2" fmla="*/ 4022384 h 6875310"/>
              <a:gd name="connsiteX3" fmla="*/ 8244179 w 8262794"/>
              <a:gd name="connsiteY3" fmla="*/ 6875310 h 6875310"/>
              <a:gd name="connsiteX4" fmla="*/ 0 w 8262794"/>
              <a:gd name="connsiteY4" fmla="*/ 6866922 h 6875310"/>
              <a:gd name="connsiteX5" fmla="*/ 558290 w 8262794"/>
              <a:gd name="connsiteY5" fmla="*/ 5459439 h 6875310"/>
              <a:gd name="connsiteX6" fmla="*/ 2352037 w 8262794"/>
              <a:gd name="connsiteY6" fmla="*/ 4019115 h 6875310"/>
              <a:gd name="connsiteX7" fmla="*/ 2381228 w 8262794"/>
              <a:gd name="connsiteY7" fmla="*/ 1625992 h 6875310"/>
              <a:gd name="connsiteX0" fmla="*/ 2381228 w 8245412"/>
              <a:gd name="connsiteY0" fmla="*/ 2042061 h 7291379"/>
              <a:gd name="connsiteX1" fmla="*/ 4552627 w 8245412"/>
              <a:gd name="connsiteY1" fmla="*/ 416081 h 7291379"/>
              <a:gd name="connsiteX2" fmla="*/ 8221764 w 8245412"/>
              <a:gd name="connsiteY2" fmla="*/ 435022 h 7291379"/>
              <a:gd name="connsiteX3" fmla="*/ 8244179 w 8245412"/>
              <a:gd name="connsiteY3" fmla="*/ 7291379 h 7291379"/>
              <a:gd name="connsiteX4" fmla="*/ 0 w 8245412"/>
              <a:gd name="connsiteY4" fmla="*/ 7282991 h 7291379"/>
              <a:gd name="connsiteX5" fmla="*/ 558290 w 8245412"/>
              <a:gd name="connsiteY5" fmla="*/ 5875508 h 7291379"/>
              <a:gd name="connsiteX6" fmla="*/ 2352037 w 8245412"/>
              <a:gd name="connsiteY6" fmla="*/ 4435184 h 7291379"/>
              <a:gd name="connsiteX7" fmla="*/ 2381228 w 8245412"/>
              <a:gd name="connsiteY7" fmla="*/ 2042061 h 7291379"/>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6209 h 6875527"/>
              <a:gd name="connsiteX1" fmla="*/ 4552627 w 8245412"/>
              <a:gd name="connsiteY1" fmla="*/ 229 h 6875527"/>
              <a:gd name="connsiteX2" fmla="*/ 8221764 w 8245412"/>
              <a:gd name="connsiteY2" fmla="*/ 19170 h 6875527"/>
              <a:gd name="connsiteX3" fmla="*/ 8244179 w 8245412"/>
              <a:gd name="connsiteY3" fmla="*/ 6875527 h 6875527"/>
              <a:gd name="connsiteX4" fmla="*/ 0 w 8245412"/>
              <a:gd name="connsiteY4" fmla="*/ 6867139 h 6875527"/>
              <a:gd name="connsiteX5" fmla="*/ 558290 w 8245412"/>
              <a:gd name="connsiteY5" fmla="*/ 5459656 h 6875527"/>
              <a:gd name="connsiteX6" fmla="*/ 2352037 w 8245412"/>
              <a:gd name="connsiteY6" fmla="*/ 4019332 h 6875527"/>
              <a:gd name="connsiteX7" fmla="*/ 2381228 w 8245412"/>
              <a:gd name="connsiteY7" fmla="*/ 1626209 h 6875527"/>
              <a:gd name="connsiteX0" fmla="*/ 2352037 w 8245412"/>
              <a:gd name="connsiteY0" fmla="*/ 4019103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6" fmla="*/ 2352037 w 8245412"/>
              <a:gd name="connsiteY6" fmla="*/ 4019103 h 6875298"/>
              <a:gd name="connsiteX0" fmla="*/ 558290 w 8245412"/>
              <a:gd name="connsiteY0" fmla="*/ 5459427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0" fmla="*/ 65530 w 7752652"/>
              <a:gd name="connsiteY0" fmla="*/ 5459427 h 6875298"/>
              <a:gd name="connsiteX1" fmla="*/ 4059867 w 7752652"/>
              <a:gd name="connsiteY1" fmla="*/ 0 h 6875298"/>
              <a:gd name="connsiteX2" fmla="*/ 7729004 w 7752652"/>
              <a:gd name="connsiteY2" fmla="*/ 18941 h 6875298"/>
              <a:gd name="connsiteX3" fmla="*/ 7751419 w 7752652"/>
              <a:gd name="connsiteY3" fmla="*/ 6875298 h 6875298"/>
              <a:gd name="connsiteX4" fmla="*/ 409917 w 7752652"/>
              <a:gd name="connsiteY4" fmla="*/ 6861048 h 6875298"/>
              <a:gd name="connsiteX5" fmla="*/ 65530 w 7752652"/>
              <a:gd name="connsiteY5" fmla="*/ 5459427 h 6875298"/>
              <a:gd name="connsiteX0" fmla="*/ 370721 w 8057843"/>
              <a:gd name="connsiteY0" fmla="*/ 5459427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370721 w 8057843"/>
              <a:gd name="connsiteY5" fmla="*/ 5459427 h 6875298"/>
              <a:gd name="connsiteX0" fmla="*/ 2228829 w 8057843"/>
              <a:gd name="connsiteY0" fmla="*/ 1549781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228829 w 8057843"/>
              <a:gd name="connsiteY5" fmla="*/ 1549781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10 h 6875304"/>
              <a:gd name="connsiteX1" fmla="*/ 4365058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775366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687443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0450 h 6869444"/>
              <a:gd name="connsiteX1" fmla="*/ 4599520 w 8057843"/>
              <a:gd name="connsiteY1" fmla="*/ 7 h 6869444"/>
              <a:gd name="connsiteX2" fmla="*/ 8034195 w 8057843"/>
              <a:gd name="connsiteY2" fmla="*/ 13087 h 6869444"/>
              <a:gd name="connsiteX3" fmla="*/ 8056610 w 8057843"/>
              <a:gd name="connsiteY3" fmla="*/ 6869444 h 6869444"/>
              <a:gd name="connsiteX4" fmla="*/ 0 w 8057843"/>
              <a:gd name="connsiteY4" fmla="*/ 6861055 h 6869444"/>
              <a:gd name="connsiteX5" fmla="*/ 2058845 w 8057843"/>
              <a:gd name="connsiteY5" fmla="*/ 1860450 h 6869444"/>
              <a:gd name="connsiteX0" fmla="*/ 2058845 w 8057843"/>
              <a:gd name="connsiteY0" fmla="*/ 1861151 h 6870145"/>
              <a:gd name="connsiteX1" fmla="*/ 4599520 w 8057843"/>
              <a:gd name="connsiteY1" fmla="*/ 708 h 6870145"/>
              <a:gd name="connsiteX2" fmla="*/ 8034195 w 8057843"/>
              <a:gd name="connsiteY2" fmla="*/ 13788 h 6870145"/>
              <a:gd name="connsiteX3" fmla="*/ 8056610 w 8057843"/>
              <a:gd name="connsiteY3" fmla="*/ 6870145 h 6870145"/>
              <a:gd name="connsiteX4" fmla="*/ 0 w 8057843"/>
              <a:gd name="connsiteY4" fmla="*/ 6861756 h 6870145"/>
              <a:gd name="connsiteX5" fmla="*/ 2058845 w 8057843"/>
              <a:gd name="connsiteY5" fmla="*/ 1861151 h 687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7843" h="6870145">
                <a:moveTo>
                  <a:pt x="2058845" y="1861151"/>
                </a:moveTo>
                <a:cubicBezTo>
                  <a:pt x="2741416" y="353250"/>
                  <a:pt x="3474675" y="-18667"/>
                  <a:pt x="4599520" y="708"/>
                </a:cubicBezTo>
                <a:lnTo>
                  <a:pt x="8034195" y="13788"/>
                </a:lnTo>
                <a:cubicBezTo>
                  <a:pt x="8024742" y="978226"/>
                  <a:pt x="8065317" y="6168514"/>
                  <a:pt x="8056610" y="6870145"/>
                </a:cubicBezTo>
                <a:lnTo>
                  <a:pt x="0" y="6861756"/>
                </a:lnTo>
                <a:cubicBezTo>
                  <a:pt x="184403" y="6373732"/>
                  <a:pt x="1707870" y="2678685"/>
                  <a:pt x="2058845" y="1861151"/>
                </a:cubicBezTo>
                <a:close/>
              </a:path>
            </a:pathLst>
          </a:custGeom>
          <a:pattFill prst="pct5">
            <a:fgClr>
              <a:schemeClr val="bg1"/>
            </a:fgClr>
            <a:bgClr>
              <a:schemeClr val="bg1">
                <a:lumMod val="75000"/>
              </a:schemeClr>
            </a:bgClr>
          </a:pattFill>
        </p:spPr>
        <p:txBody>
          <a:bodyPr lIns="2340000" tIns="1332000" rIns="720000" rtlCol="0">
            <a:normAutofit/>
          </a:bodyPr>
          <a:lstStyle>
            <a:lvl1pPr marL="0" indent="0" algn="ctr">
              <a:buFontTx/>
              <a:buNone/>
              <a:defRPr sz="1200" b="0" i="0">
                <a:solidFill>
                  <a:schemeClr val="tx1"/>
                </a:solidFill>
                <a:latin typeface="Schibsted Grotesk Bold" pitchFamily="2" charset="77"/>
              </a:defRPr>
            </a:lvl1pPr>
          </a:lstStyle>
          <a:p>
            <a:pPr lvl="0"/>
            <a:r>
              <a:rPr lang="en-US" noProof="0"/>
              <a:t>Click icon to add picture</a:t>
            </a:r>
          </a:p>
        </p:txBody>
      </p:sp>
      <p:sp>
        <p:nvSpPr>
          <p:cNvPr id="3" name="Date Placeholder 2">
            <a:extLst>
              <a:ext uri="{FF2B5EF4-FFF2-40B4-BE49-F238E27FC236}">
                <a16:creationId xmlns:a16="http://schemas.microsoft.com/office/drawing/2014/main" id="{886FE7AB-CFBE-39A6-A332-CD36E3A3723F}"/>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4" name="Slide Number Placeholder 3">
            <a:extLst>
              <a:ext uri="{FF2B5EF4-FFF2-40B4-BE49-F238E27FC236}">
                <a16:creationId xmlns:a16="http://schemas.microsoft.com/office/drawing/2014/main" id="{AC9765F2-44B3-0048-9322-6338B7E7528C}"/>
              </a:ext>
            </a:extLst>
          </p:cNvPr>
          <p:cNvSpPr>
            <a:spLocks noGrp="1"/>
          </p:cNvSpPr>
          <p:nvPr>
            <p:ph type="sldNum" sz="quarter" idx="11"/>
          </p:nvPr>
        </p:nvSpPr>
        <p:spPr/>
        <p:txBody>
          <a:bodyPr/>
          <a:lstStyle>
            <a:lvl1pPr>
              <a:defRPr>
                <a:solidFill>
                  <a:schemeClr val="bg1"/>
                </a:solidFill>
              </a:defRPr>
            </a:lvl1pPr>
          </a:lstStyle>
          <a:p>
            <a:pPr eaLnBrk="0" fontAlgn="base" hangingPunct="0">
              <a:spcBef>
                <a:spcPct val="0"/>
              </a:spcBef>
              <a:spcAft>
                <a:spcPct val="0"/>
              </a:spcAft>
              <a:defRPr/>
            </a:pPr>
            <a:fld id="{CC814026-9D66-433A-8979-C2D7694BCAD4}" type="slidenum">
              <a:rPr lang="en-GB" smtClean="0"/>
              <a:pPr eaLnBrk="0" fontAlgn="base" hangingPunct="0">
                <a:spcBef>
                  <a:spcPct val="0"/>
                </a:spcBef>
                <a:spcAft>
                  <a:spcPct val="0"/>
                </a:spcAft>
                <a:defRPr/>
              </a:pPr>
              <a:t>‹#›</a:t>
            </a:fld>
            <a:endParaRPr lang="en-GB"/>
          </a:p>
        </p:txBody>
      </p:sp>
      <p:sp>
        <p:nvSpPr>
          <p:cNvPr id="5" name="Rectangle 4">
            <a:extLst>
              <a:ext uri="{FF2B5EF4-FFF2-40B4-BE49-F238E27FC236}">
                <a16:creationId xmlns:a16="http://schemas.microsoft.com/office/drawing/2014/main" id="{CC6F7542-F15E-D9FD-C004-36E6DE9D3969}"/>
              </a:ext>
            </a:extLst>
          </p:cNvPr>
          <p:cNvSpPr/>
          <p:nvPr userDrawn="1"/>
        </p:nvSpPr>
        <p:spPr>
          <a:xfrm rot="10800000" flipH="1" flipV="1">
            <a:off x="-8966" y="-4307"/>
            <a:ext cx="4531965" cy="1625717"/>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2" name="Title 1">
            <a:extLst>
              <a:ext uri="{FF2B5EF4-FFF2-40B4-BE49-F238E27FC236}">
                <a16:creationId xmlns:a16="http://schemas.microsoft.com/office/drawing/2014/main" id="{0ED45B87-0C75-83E9-7D08-FC7E242E0F3F}"/>
              </a:ext>
            </a:extLst>
          </p:cNvPr>
          <p:cNvSpPr>
            <a:spLocks noGrp="1"/>
          </p:cNvSpPr>
          <p:nvPr>
            <p:ph type="title"/>
          </p:nvPr>
        </p:nvSpPr>
        <p:spPr>
          <a:xfrm>
            <a:off x="284400" y="444465"/>
            <a:ext cx="3489926" cy="681037"/>
          </a:xfrm>
        </p:spPr>
        <p:txBody>
          <a:bodyPr/>
          <a:lstStyle>
            <a:lvl1pPr>
              <a:defRPr>
                <a:solidFill>
                  <a:schemeClr val="tx2"/>
                </a:solidFill>
              </a:defRPr>
            </a:lvl1pPr>
          </a:lstStyle>
          <a:p>
            <a:r>
              <a:rPr lang="en-US"/>
              <a:t>Click to edit Master title style</a:t>
            </a:r>
            <a:endParaRPr lang="en-GB"/>
          </a:p>
        </p:txBody>
      </p:sp>
      <p:sp>
        <p:nvSpPr>
          <p:cNvPr id="9" name="Content Placeholder 2">
            <a:extLst>
              <a:ext uri="{FF2B5EF4-FFF2-40B4-BE49-F238E27FC236}">
                <a16:creationId xmlns:a16="http://schemas.microsoft.com/office/drawing/2014/main" id="{BB2721B5-FBC4-52D9-4FCB-97982676E629}"/>
              </a:ext>
            </a:extLst>
          </p:cNvPr>
          <p:cNvSpPr>
            <a:spLocks noGrp="1"/>
          </p:cNvSpPr>
          <p:nvPr>
            <p:ph idx="1"/>
          </p:nvPr>
        </p:nvSpPr>
        <p:spPr>
          <a:xfrm>
            <a:off x="341639" y="1850714"/>
            <a:ext cx="5267309" cy="4041039"/>
          </a:xfrm>
        </p:spPr>
        <p:txBody>
          <a:bodyPr/>
          <a:lstStyle>
            <a:lvl1pPr>
              <a:defRPr sz="2000" b="0" baseline="0">
                <a:solidFill>
                  <a:schemeClr val="bg1"/>
                </a:solidFill>
                <a:latin typeface="+mn-lt"/>
              </a:defRPr>
            </a:lvl1pPr>
            <a:lvl2pPr>
              <a:defRPr sz="2000" baseline="0">
                <a:solidFill>
                  <a:schemeClr val="bg1"/>
                </a:solidFill>
                <a:latin typeface="+mn-lt"/>
              </a:defRPr>
            </a:lvl2pPr>
            <a:lvl3pPr>
              <a:defRPr sz="2000" baseline="0">
                <a:solidFill>
                  <a:schemeClr val="bg1"/>
                </a:solidFill>
                <a:latin typeface="+mn-lt"/>
              </a:defRPr>
            </a:lvl3pPr>
            <a:lvl4pPr>
              <a:defRPr sz="2000" baseline="0">
                <a:solidFill>
                  <a:schemeClr val="bg1"/>
                </a:solidFill>
                <a:latin typeface="+mn-lt"/>
              </a:defRPr>
            </a:lvl4pPr>
            <a:lvl5pPr>
              <a:defRPr sz="2000" baseline="0">
                <a:solidFill>
                  <a:schemeClr val="bg1"/>
                </a:solidFill>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Tree>
    <p:extLst>
      <p:ext uri="{BB962C8B-B14F-4D97-AF65-F5344CB8AC3E}">
        <p14:creationId xmlns:p14="http://schemas.microsoft.com/office/powerpoint/2010/main" val="307430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59E2F15-9886-E490-D281-D8958469BBE6}"/>
              </a:ext>
            </a:extLst>
          </p:cNvPr>
          <p:cNvSpPr>
            <a:spLocks noGrp="1"/>
          </p:cNvSpPr>
          <p:nvPr>
            <p:ph sz="quarter" idx="14"/>
          </p:nvPr>
        </p:nvSpPr>
        <p:spPr>
          <a:xfrm>
            <a:off x="836613" y="1527175"/>
            <a:ext cx="10515600" cy="465137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a:xfrm>
            <a:off x="284400" y="6292800"/>
            <a:ext cx="551791" cy="365125"/>
          </a:xfrm>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10515600" cy="457200"/>
          </a:xfrm>
          <a:prstGeom prst="roundRect">
            <a:avLst/>
          </a:prstGeom>
        </p:spPr>
        <p:txBody>
          <a:bodyPr anchor="b"/>
          <a:lstStyle>
            <a:lvl1pPr marL="0" indent="0">
              <a:buNone/>
              <a:defRPr sz="28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21" name="Group 20">
            <a:extLst>
              <a:ext uri="{FF2B5EF4-FFF2-40B4-BE49-F238E27FC236}">
                <a16:creationId xmlns:a16="http://schemas.microsoft.com/office/drawing/2014/main" id="{F12D7FB3-7B00-0F04-883F-0EA5497DBDF3}"/>
              </a:ext>
            </a:extLst>
          </p:cNvPr>
          <p:cNvGrpSpPr/>
          <p:nvPr userDrawn="1"/>
        </p:nvGrpSpPr>
        <p:grpSpPr>
          <a:xfrm>
            <a:off x="0" y="-9598"/>
            <a:ext cx="12174398" cy="689695"/>
            <a:chOff x="0" y="-9598"/>
            <a:chExt cx="12174398" cy="689695"/>
          </a:xfrm>
        </p:grpSpPr>
        <p:cxnSp>
          <p:nvCxnSpPr>
            <p:cNvPr id="22" name="Straight Connector 21">
              <a:extLst>
                <a:ext uri="{FF2B5EF4-FFF2-40B4-BE49-F238E27FC236}">
                  <a16:creationId xmlns:a16="http://schemas.microsoft.com/office/drawing/2014/main" id="{C934F59E-0553-927B-4AFB-7324F65CD1C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70B2AE1A-627F-3503-5412-FB105316466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Tree>
    <p:extLst>
      <p:ext uri="{BB962C8B-B14F-4D97-AF65-F5344CB8AC3E}">
        <p14:creationId xmlns:p14="http://schemas.microsoft.com/office/powerpoint/2010/main" val="13307907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9C6783E-E6C8-5609-E60B-7680BB9B1163}"/>
              </a:ext>
            </a:extLst>
          </p:cNvPr>
          <p:cNvSpPr>
            <a:spLocks noGrp="1"/>
          </p:cNvSpPr>
          <p:nvPr>
            <p:ph sz="quarter" idx="16"/>
          </p:nvPr>
        </p:nvSpPr>
        <p:spPr>
          <a:xfrm>
            <a:off x="836613" y="1531938"/>
            <a:ext cx="5035550" cy="4645025"/>
          </a:xfrm>
          <a:prstGeom prst="roundRect">
            <a:avLst>
              <a:gd name="adj" fmla="val 2055"/>
            </a:avLst>
          </a:prstGeo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2">
            <a:extLst>
              <a:ext uri="{FF2B5EF4-FFF2-40B4-BE49-F238E27FC236}">
                <a16:creationId xmlns:a16="http://schemas.microsoft.com/office/drawing/2014/main" id="{07D5CFEA-ED43-9A0D-8EEE-100093288D7B}"/>
              </a:ext>
            </a:extLst>
          </p:cNvPr>
          <p:cNvSpPr>
            <a:spLocks noGrp="1"/>
          </p:cNvSpPr>
          <p:nvPr>
            <p:ph type="body" idx="15" hasCustomPrompt="1"/>
          </p:nvPr>
        </p:nvSpPr>
        <p:spPr>
          <a:xfrm>
            <a:off x="6337797"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13" name="Group 12">
            <a:extLst>
              <a:ext uri="{FF2B5EF4-FFF2-40B4-BE49-F238E27FC236}">
                <a16:creationId xmlns:a16="http://schemas.microsoft.com/office/drawing/2014/main" id="{5B26751F-1800-E5B8-7BE5-64F4CA673845}"/>
              </a:ext>
            </a:extLst>
          </p:cNvPr>
          <p:cNvGrpSpPr/>
          <p:nvPr userDrawn="1"/>
        </p:nvGrpSpPr>
        <p:grpSpPr>
          <a:xfrm>
            <a:off x="0" y="-9598"/>
            <a:ext cx="12174398" cy="689695"/>
            <a:chOff x="0" y="-9598"/>
            <a:chExt cx="12174398" cy="689695"/>
          </a:xfrm>
        </p:grpSpPr>
        <p:cxnSp>
          <p:nvCxnSpPr>
            <p:cNvPr id="14" name="Straight Connector 13">
              <a:extLst>
                <a:ext uri="{FF2B5EF4-FFF2-40B4-BE49-F238E27FC236}">
                  <a16:creationId xmlns:a16="http://schemas.microsoft.com/office/drawing/2014/main" id="{7C9781F6-F189-3631-908B-F506778CA77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24EEBADD-7188-AD68-E229-384FBDF96CD5}"/>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8" name="Content Placeholder 6">
            <a:extLst>
              <a:ext uri="{FF2B5EF4-FFF2-40B4-BE49-F238E27FC236}">
                <a16:creationId xmlns:a16="http://schemas.microsoft.com/office/drawing/2014/main" id="{43C894B2-0977-371D-5891-8DCFD6A40DDC}"/>
              </a:ext>
            </a:extLst>
          </p:cNvPr>
          <p:cNvSpPr>
            <a:spLocks noGrp="1"/>
          </p:cNvSpPr>
          <p:nvPr>
            <p:ph sz="quarter" idx="17"/>
          </p:nvPr>
        </p:nvSpPr>
        <p:spPr>
          <a:xfrm>
            <a:off x="6318250" y="1531938"/>
            <a:ext cx="5035550" cy="4645025"/>
          </a:xfrm>
        </p:spPr>
        <p:txBody>
          <a:bodyPr/>
          <a:lstStyle>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119033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8200" y="1532209"/>
            <a:ext cx="3200400" cy="4644754"/>
          </a:xfrm>
        </p:spPr>
        <p:txBody>
          <a:bodyPr/>
          <a:lstStyle>
            <a:lvl1pPr>
              <a:defRPr sz="1600" b="0">
                <a:latin typeface="+mn-lt"/>
              </a:defRPr>
            </a:lvl1pPr>
            <a:lvl2pPr>
              <a:defRPr sz="1400">
                <a:latin typeface="+mn-lt"/>
              </a:defRPr>
            </a:lvl2pPr>
            <a:lvl3pPr>
              <a:defRPr sz="1400">
                <a:latin typeface="+mn-lt"/>
              </a:defRPr>
            </a:lvl3pPr>
            <a:lvl4pPr>
              <a:defRPr sz="1200">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6191"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1532209"/>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2237"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48283" y="979715"/>
            <a:ext cx="32004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952C0F9B-55FA-980E-CFB2-D50014A657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3936CC42-D356-43BF-9A2D-68E2909D0229}"/>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48B619FC-8734-D138-CF69-C6F2D7B9DBE7}"/>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Content Placeholder 2">
            <a:extLst>
              <a:ext uri="{FF2B5EF4-FFF2-40B4-BE49-F238E27FC236}">
                <a16:creationId xmlns:a16="http://schemas.microsoft.com/office/drawing/2014/main" id="{4ACFEE22-B3C1-B461-EC81-9E349235671F}"/>
              </a:ext>
            </a:extLst>
          </p:cNvPr>
          <p:cNvSpPr>
            <a:spLocks noGrp="1"/>
          </p:cNvSpPr>
          <p:nvPr>
            <p:ph idx="18"/>
          </p:nvPr>
        </p:nvSpPr>
        <p:spPr>
          <a:xfrm>
            <a:off x="8145176" y="1546898"/>
            <a:ext cx="3203507" cy="4644754"/>
          </a:xfrm>
        </p:spPr>
        <p:txBody>
          <a:bodyPr/>
          <a:lstStyle>
            <a:lvl1pPr>
              <a:defRPr sz="1600" b="0">
                <a:latin typeface="+mn-lt"/>
              </a:defRPr>
            </a:lvl1pPr>
            <a:lvl2pPr>
              <a:defRPr sz="1400">
                <a:latin typeface="+mn-lt"/>
              </a:defRPr>
            </a:lvl2pPr>
            <a:lvl3pPr>
              <a:defRPr sz="1400">
                <a:latin typeface="+mn-lt"/>
              </a:defRPr>
            </a:lvl3pPr>
            <a:lvl4pPr>
              <a:defRPr>
                <a:latin typeface="+mn-lt"/>
              </a:defRPr>
            </a:lvl4pPr>
            <a:lvl5pPr>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561621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tx2"/>
        </a:solidFill>
        <a:effectLst/>
      </p:bgPr>
    </p:bg>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2DF3618D-C7CA-4FD7-F81D-995436B67332}"/>
              </a:ext>
            </a:extLst>
          </p:cNvPr>
          <p:cNvSpPr>
            <a:spLocks noGrp="1"/>
          </p:cNvSpPr>
          <p:nvPr>
            <p:ph type="sldNum" sz="quarter" idx="14"/>
          </p:nvPr>
        </p:nvSpPr>
        <p:spPr>
          <a:xfrm>
            <a:off x="284400" y="6292800"/>
            <a:ext cx="551791" cy="365125"/>
          </a:xfrm>
        </p:spPr>
        <p:txBody>
          <a:bodyPr vert="horz" lIns="91440" tIns="45720" rIns="91440" bIns="45720" rtlCol="0" anchor="ctr"/>
          <a:lstStyle>
            <a:lvl1pPr>
              <a:defRPr lang="en-US" b="1" i="0" smtClean="0">
                <a:solidFill>
                  <a:schemeClr val="bg1"/>
                </a:solidFill>
                <a:latin typeface="SCHIBSTED GROTESK BOLD" pitchFamily="2" charset="77"/>
                <a:cs typeface="SCHIBSTED GROTESK BOLD" pitchFamily="2" charset="77"/>
              </a:defRPr>
            </a:lvl1pPr>
          </a:lstStyle>
          <a:p>
            <a:pPr>
              <a:defRPr/>
            </a:pPr>
            <a:fld id="{7B64B941-4F95-CD49-8C5B-59AD920AF5F7}" type="slidenum">
              <a:rPr lang="en-GB" smtClean="0"/>
              <a:pPr>
                <a:defRPr/>
              </a:pPr>
              <a:t>‹#›</a:t>
            </a:fld>
            <a:endParaRPr lang="en-GB"/>
          </a:p>
        </p:txBody>
      </p:sp>
      <p:sp>
        <p:nvSpPr>
          <p:cNvPr id="10" name="Title 1">
            <a:extLst>
              <a:ext uri="{FF2B5EF4-FFF2-40B4-BE49-F238E27FC236}">
                <a16:creationId xmlns:a16="http://schemas.microsoft.com/office/drawing/2014/main" id="{4E30535C-DFDA-BE99-D424-405B305B6357}"/>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15" name="Content Placeholder 2">
            <a:extLst>
              <a:ext uri="{FF2B5EF4-FFF2-40B4-BE49-F238E27FC236}">
                <a16:creationId xmlns:a16="http://schemas.microsoft.com/office/drawing/2014/main" id="{F98341B9-EBD3-2726-A182-FFE9759742A5}"/>
              </a:ext>
            </a:extLst>
          </p:cNvPr>
          <p:cNvSpPr>
            <a:spLocks noGrp="1"/>
          </p:cNvSpPr>
          <p:nvPr>
            <p:ph idx="1"/>
          </p:nvPr>
        </p:nvSpPr>
        <p:spPr>
          <a:xfrm>
            <a:off x="838200" y="1532209"/>
            <a:ext cx="5035416" cy="4644754"/>
          </a:xfrm>
        </p:spPr>
        <p:txBody>
          <a:bodyPr/>
          <a:lstStyle>
            <a:lvl1pPr>
              <a:defRPr sz="2000" b="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17" name="Text Placeholder 2">
            <a:extLst>
              <a:ext uri="{FF2B5EF4-FFF2-40B4-BE49-F238E27FC236}">
                <a16:creationId xmlns:a16="http://schemas.microsoft.com/office/drawing/2014/main" id="{6C7C4C26-0ADB-36ED-F454-544AFB1077CF}"/>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22" name="Date Placeholder 3">
            <a:extLst>
              <a:ext uri="{FF2B5EF4-FFF2-40B4-BE49-F238E27FC236}">
                <a16:creationId xmlns:a16="http://schemas.microsoft.com/office/drawing/2014/main" id="{653D73DB-230B-DC38-D40C-033FA177DA00}"/>
              </a:ext>
            </a:extLst>
          </p:cNvPr>
          <p:cNvSpPr>
            <a:spLocks noGrp="1"/>
          </p:cNvSpPr>
          <p:nvPr>
            <p:ph type="dt" sz="half" idx="10"/>
          </p:nvPr>
        </p:nvSpPr>
        <p:spPr>
          <a:xfrm>
            <a:off x="838200" y="6292800"/>
            <a:ext cx="2743200" cy="365125"/>
          </a:xfrm>
        </p:spPr>
        <p:txBody>
          <a:bodyPr/>
          <a:lstStyle>
            <a:lvl1pPr>
              <a:defRPr>
                <a:solidFill>
                  <a:schemeClr val="bg1"/>
                </a:solidFill>
              </a:defRPr>
            </a:lvl1pPr>
          </a:lstStyle>
          <a:p>
            <a:pPr>
              <a:defRPr/>
            </a:pPr>
            <a:endParaRPr lang="en-GB"/>
          </a:p>
        </p:txBody>
      </p:sp>
      <p:grpSp>
        <p:nvGrpSpPr>
          <p:cNvPr id="2" name="Group 1">
            <a:extLst>
              <a:ext uri="{FF2B5EF4-FFF2-40B4-BE49-F238E27FC236}">
                <a16:creationId xmlns:a16="http://schemas.microsoft.com/office/drawing/2014/main" id="{F1444B20-0B44-00BC-A98A-A9E114B30716}"/>
              </a:ext>
            </a:extLst>
          </p:cNvPr>
          <p:cNvGrpSpPr/>
          <p:nvPr userDrawn="1"/>
        </p:nvGrpSpPr>
        <p:grpSpPr>
          <a:xfrm>
            <a:off x="0" y="-9598"/>
            <a:ext cx="12174398" cy="689695"/>
            <a:chOff x="0" y="-9598"/>
            <a:chExt cx="12174398" cy="689695"/>
          </a:xfrm>
        </p:grpSpPr>
        <p:cxnSp>
          <p:nvCxnSpPr>
            <p:cNvPr id="3" name="Straight Connector 2">
              <a:extLst>
                <a:ext uri="{FF2B5EF4-FFF2-40B4-BE49-F238E27FC236}">
                  <a16:creationId xmlns:a16="http://schemas.microsoft.com/office/drawing/2014/main" id="{A05CF2EF-360D-81F0-6627-D11620F3763B}"/>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Freeform: Shape 3">
              <a:extLst>
                <a:ext uri="{FF2B5EF4-FFF2-40B4-BE49-F238E27FC236}">
                  <a16:creationId xmlns:a16="http://schemas.microsoft.com/office/drawing/2014/main" id="{0C3FAF3A-E163-DC4F-E138-C787D9E71CDF}"/>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5" name="Picture Placeholder 4">
            <a:extLst>
              <a:ext uri="{FF2B5EF4-FFF2-40B4-BE49-F238E27FC236}">
                <a16:creationId xmlns:a16="http://schemas.microsoft.com/office/drawing/2014/main" id="{4EF23A79-6799-99D1-7CD7-D6D56EC20615}"/>
              </a:ext>
            </a:extLst>
          </p:cNvPr>
          <p:cNvSpPr>
            <a:spLocks noGrp="1"/>
          </p:cNvSpPr>
          <p:nvPr>
            <p:ph type="pic" sz="quarter" idx="15"/>
          </p:nvPr>
        </p:nvSpPr>
        <p:spPr>
          <a:xfrm>
            <a:off x="6203575" y="808609"/>
            <a:ext cx="6001559" cy="6070218"/>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pattFill prst="pct5">
            <a:fgClr>
              <a:schemeClr val="bg1"/>
            </a:fgClr>
            <a:bgClr>
              <a:schemeClr val="bg1">
                <a:lumMod val="75000"/>
              </a:schemeClr>
            </a:bgClr>
          </a:pattFill>
        </p:spPr>
        <p:txBody>
          <a:bodyPr lIns="720000" tIns="1332000" rIns="720000" rtlCol="0">
            <a:normAutofit/>
          </a:bodyPr>
          <a:lstStyle>
            <a:lvl1pPr marL="0" indent="0" algn="ctr">
              <a:buFontTx/>
              <a:buNone/>
              <a:defRPr sz="1200" b="0" i="0">
                <a:solidFill>
                  <a:schemeClr val="tx1"/>
                </a:solidFill>
                <a:latin typeface="Schibsted Grotesk Bold" pitchFamily="2" charset="77"/>
                <a:cs typeface="Schibsted Grotesk Bold" pitchFamily="2" charset="77"/>
              </a:defRPr>
            </a:lvl1pPr>
          </a:lstStyle>
          <a:p>
            <a:pPr lvl="0"/>
            <a:r>
              <a:rPr lang="en-US" noProof="0"/>
              <a:t>Click icon to add picture</a:t>
            </a:r>
          </a:p>
        </p:txBody>
      </p:sp>
    </p:spTree>
    <p:extLst>
      <p:ext uri="{BB962C8B-B14F-4D97-AF65-F5344CB8AC3E}">
        <p14:creationId xmlns:p14="http://schemas.microsoft.com/office/powerpoint/2010/main" val="2952119352"/>
      </p:ext>
    </p:extLst>
  </p:cSld>
  <p:clrMapOvr>
    <a:masterClrMapping/>
  </p:clrMapOvr>
  <p:transition spd="slow"/>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3A686A-0000-D97C-2851-DD0EA7330040}"/>
              </a:ext>
            </a:extLst>
          </p:cNvPr>
          <p:cNvSpPr>
            <a:spLocks noGrp="1"/>
          </p:cNvSpPr>
          <p:nvPr>
            <p:ph idx="1"/>
          </p:nvPr>
        </p:nvSpPr>
        <p:spPr>
          <a:xfrm>
            <a:off x="834181" y="3256383"/>
            <a:ext cx="3200400" cy="2920579"/>
          </a:xfrm>
        </p:spPr>
        <p:txBody>
          <a:bodyPr/>
          <a:lstStyle>
            <a:lvl1pPr>
              <a:defRPr sz="1400" b="0">
                <a:solidFill>
                  <a:schemeClr val="bg1"/>
                </a:solidFill>
                <a:latin typeface="+mn-lt"/>
              </a:defRPr>
            </a:lvl1pPr>
            <a:lvl2pPr>
              <a:defRPr sz="1400">
                <a:solidFill>
                  <a:schemeClr val="bg1"/>
                </a:solidFill>
                <a:latin typeface="+mn-lt"/>
              </a:defRPr>
            </a:lvl2pPr>
            <a:lvl3pPr>
              <a:defRPr sz="1400">
                <a:solidFill>
                  <a:schemeClr val="bg1"/>
                </a:solidFill>
                <a:latin typeface="+mn-lt"/>
              </a:defRPr>
            </a:lvl3pPr>
            <a:lvl4pPr>
              <a:defRPr>
                <a:solidFill>
                  <a:schemeClr val="bg1"/>
                </a:solidFill>
                <a:latin typeface="+mn-lt"/>
              </a:defRPr>
            </a:lvl4pPr>
            <a:lvl5pPr>
              <a:defRPr sz="10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sp>
        <p:nvSpPr>
          <p:cNvPr id="11" name="Text Placeholder 2">
            <a:extLst>
              <a:ext uri="{FF2B5EF4-FFF2-40B4-BE49-F238E27FC236}">
                <a16:creationId xmlns:a16="http://schemas.microsoft.com/office/drawing/2014/main" id="{5CAAB66E-95C1-B985-81FD-58E556EBD633}"/>
              </a:ext>
            </a:extLst>
          </p:cNvPr>
          <p:cNvSpPr>
            <a:spLocks noGrp="1"/>
          </p:cNvSpPr>
          <p:nvPr>
            <p:ph type="body" idx="13" hasCustomPrompt="1"/>
          </p:nvPr>
        </p:nvSpPr>
        <p:spPr>
          <a:xfrm>
            <a:off x="834181" y="2655354"/>
            <a:ext cx="3200400" cy="457200"/>
          </a:xfrm>
          <a:prstGeom prst="roundRect">
            <a:avLst/>
          </a:prstGeom>
        </p:spPr>
        <p:txBody>
          <a:bodyPr anchor="b"/>
          <a:lstStyle>
            <a:lvl1pPr marL="0" indent="0">
              <a:buNone/>
              <a:defRPr sz="1600" b="0">
                <a:solidFill>
                  <a:schemeClr val="bg1"/>
                </a:solidFill>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0" name="Content Placeholder 2">
            <a:extLst>
              <a:ext uri="{FF2B5EF4-FFF2-40B4-BE49-F238E27FC236}">
                <a16:creationId xmlns:a16="http://schemas.microsoft.com/office/drawing/2014/main" id="{3F67DC82-C80E-9FA5-5DCA-081D9D5C3DF2}"/>
              </a:ext>
            </a:extLst>
          </p:cNvPr>
          <p:cNvSpPr>
            <a:spLocks noGrp="1"/>
          </p:cNvSpPr>
          <p:nvPr>
            <p:ph idx="14"/>
          </p:nvPr>
        </p:nvSpPr>
        <p:spPr>
          <a:xfrm>
            <a:off x="8153400" y="3256383"/>
            <a:ext cx="3203507" cy="2921520"/>
          </a:xfrm>
        </p:spPr>
        <p:txBody>
          <a:bodyPr/>
          <a:lstStyle>
            <a:lvl1pPr>
              <a:defRPr sz="1400" b="0">
                <a:solidFill>
                  <a:schemeClr val="bg1"/>
                </a:solidFill>
                <a:latin typeface="+mn-lt"/>
              </a:defRPr>
            </a:lvl1pPr>
            <a:lvl2pPr>
              <a:defRPr sz="1400">
                <a:solidFill>
                  <a:schemeClr val="bg1"/>
                </a:solidFill>
                <a:latin typeface="+mn-lt"/>
              </a:defRPr>
            </a:lvl2pPr>
            <a:lvl3pPr>
              <a:defRPr sz="1400">
                <a:solidFill>
                  <a:schemeClr val="bg1"/>
                </a:solidFill>
                <a:latin typeface="+mn-lt"/>
              </a:defRPr>
            </a:lvl3pPr>
            <a:lvl4pPr>
              <a:defRPr>
                <a:solidFill>
                  <a:schemeClr val="bg1"/>
                </a:solidFill>
                <a:latin typeface="+mn-lt"/>
              </a:defRPr>
            </a:lvl4pPr>
            <a:lvl5pPr>
              <a:defRPr sz="10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A7575235-F019-6D8C-E300-B3E9A8AE4EEB}"/>
              </a:ext>
            </a:extLst>
          </p:cNvPr>
          <p:cNvSpPr>
            <a:spLocks noGrp="1"/>
          </p:cNvSpPr>
          <p:nvPr>
            <p:ph idx="15"/>
          </p:nvPr>
        </p:nvSpPr>
        <p:spPr>
          <a:xfrm>
            <a:off x="4492237" y="3256383"/>
            <a:ext cx="3203507" cy="2920580"/>
          </a:xfrm>
        </p:spPr>
        <p:txBody>
          <a:bodyPr/>
          <a:lstStyle>
            <a:lvl1pPr>
              <a:defRPr sz="1400" b="0">
                <a:solidFill>
                  <a:schemeClr val="bg1"/>
                </a:solidFill>
                <a:latin typeface="+mn-lt"/>
              </a:defRPr>
            </a:lvl1pPr>
            <a:lvl2pPr>
              <a:defRPr sz="1400">
                <a:solidFill>
                  <a:schemeClr val="bg1"/>
                </a:solidFill>
                <a:latin typeface="+mn-lt"/>
              </a:defRPr>
            </a:lvl2pPr>
            <a:lvl3pPr>
              <a:defRPr sz="1400">
                <a:solidFill>
                  <a:schemeClr val="bg1"/>
                </a:solidFill>
                <a:latin typeface="+mn-lt"/>
              </a:defRPr>
            </a:lvl3pPr>
            <a:lvl4pPr>
              <a:defRPr>
                <a:solidFill>
                  <a:schemeClr val="bg1"/>
                </a:solidFill>
                <a:latin typeface="+mn-lt"/>
              </a:defRPr>
            </a:lvl4pPr>
            <a:lvl5pPr>
              <a:defRPr sz="10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B6064A0D-340E-53DC-D5D0-3608C0CBA865}"/>
              </a:ext>
            </a:extLst>
          </p:cNvPr>
          <p:cNvSpPr>
            <a:spLocks noGrp="1"/>
          </p:cNvSpPr>
          <p:nvPr>
            <p:ph type="body" idx="16" hasCustomPrompt="1"/>
          </p:nvPr>
        </p:nvSpPr>
        <p:spPr>
          <a:xfrm>
            <a:off x="4495344" y="2655354"/>
            <a:ext cx="3200400" cy="457200"/>
          </a:xfrm>
          <a:prstGeom prst="roundRect">
            <a:avLst/>
          </a:prstGeom>
        </p:spPr>
        <p:txBody>
          <a:bodyPr anchor="b"/>
          <a:lstStyle>
            <a:lvl1pPr marL="0" indent="0">
              <a:buNone/>
              <a:defRPr sz="1600" b="0">
                <a:solidFill>
                  <a:schemeClr val="bg1"/>
                </a:solidFill>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4" name="Text Placeholder 2">
            <a:extLst>
              <a:ext uri="{FF2B5EF4-FFF2-40B4-BE49-F238E27FC236}">
                <a16:creationId xmlns:a16="http://schemas.microsoft.com/office/drawing/2014/main" id="{22E9F70F-85A7-140E-A535-2AAF2160E8E5}"/>
              </a:ext>
            </a:extLst>
          </p:cNvPr>
          <p:cNvSpPr>
            <a:spLocks noGrp="1"/>
          </p:cNvSpPr>
          <p:nvPr>
            <p:ph type="body" idx="17" hasCustomPrompt="1"/>
          </p:nvPr>
        </p:nvSpPr>
        <p:spPr>
          <a:xfrm>
            <a:off x="8152488" y="2655354"/>
            <a:ext cx="3200400" cy="457200"/>
          </a:xfrm>
          <a:prstGeom prst="roundRect">
            <a:avLst/>
          </a:prstGeom>
        </p:spPr>
        <p:txBody>
          <a:bodyPr anchor="b"/>
          <a:lstStyle>
            <a:lvl1pPr marL="0" indent="0">
              <a:buNone/>
              <a:defRPr sz="1600" b="0">
                <a:solidFill>
                  <a:schemeClr val="bg1"/>
                </a:solidFill>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chemeClr val="bg1"/>
                </a:solidFill>
                <a:effectLst/>
                <a:uLnTx/>
                <a:uFillTx/>
                <a:latin typeface="Schibsted Grotesk Bold"/>
                <a:ea typeface="+mn-ea"/>
                <a:cs typeface="+mn-cs"/>
              </a:endParaRPr>
            </a:p>
          </p:txBody>
        </p:sp>
      </p:grpSp>
      <p:sp>
        <p:nvSpPr>
          <p:cNvPr id="7" name="Picture Placeholder 19">
            <a:extLst>
              <a:ext uri="{FF2B5EF4-FFF2-40B4-BE49-F238E27FC236}">
                <a16:creationId xmlns:a16="http://schemas.microsoft.com/office/drawing/2014/main" id="{CA90ED92-682E-13AA-98E6-F5B4F1F8A60C}"/>
              </a:ext>
            </a:extLst>
          </p:cNvPr>
          <p:cNvSpPr>
            <a:spLocks noGrp="1"/>
          </p:cNvSpPr>
          <p:nvPr>
            <p:ph type="pic" sz="quarter" idx="20"/>
          </p:nvPr>
        </p:nvSpPr>
        <p:spPr>
          <a:xfrm>
            <a:off x="1294696"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8" name="Picture Placeholder 19">
            <a:extLst>
              <a:ext uri="{FF2B5EF4-FFF2-40B4-BE49-F238E27FC236}">
                <a16:creationId xmlns:a16="http://schemas.microsoft.com/office/drawing/2014/main" id="{A79F26C9-F9D9-A931-6D05-CA7392F0C4CC}"/>
              </a:ext>
            </a:extLst>
          </p:cNvPr>
          <p:cNvSpPr>
            <a:spLocks noGrp="1"/>
          </p:cNvSpPr>
          <p:nvPr>
            <p:ph type="pic" sz="quarter" idx="25"/>
          </p:nvPr>
        </p:nvSpPr>
        <p:spPr>
          <a:xfrm>
            <a:off x="4954305"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9" name="Picture Placeholder 19">
            <a:extLst>
              <a:ext uri="{FF2B5EF4-FFF2-40B4-BE49-F238E27FC236}">
                <a16:creationId xmlns:a16="http://schemas.microsoft.com/office/drawing/2014/main" id="{1A14E7A1-1C76-10B9-5018-476CA1C67088}"/>
              </a:ext>
            </a:extLst>
          </p:cNvPr>
          <p:cNvSpPr>
            <a:spLocks noGrp="1"/>
          </p:cNvSpPr>
          <p:nvPr>
            <p:ph type="pic" sz="quarter" idx="26"/>
          </p:nvPr>
        </p:nvSpPr>
        <p:spPr>
          <a:xfrm>
            <a:off x="8613003" y="902047"/>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Tree>
    <p:extLst>
      <p:ext uri="{BB962C8B-B14F-4D97-AF65-F5344CB8AC3E}">
        <p14:creationId xmlns:p14="http://schemas.microsoft.com/office/powerpoint/2010/main" val="31959866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2EAB-A25F-F0A8-A7D2-633252B561EC}"/>
              </a:ext>
            </a:extLst>
          </p:cNvPr>
          <p:cNvSpPr>
            <a:spLocks noGrp="1"/>
          </p:cNvSpPr>
          <p:nvPr>
            <p:ph type="title"/>
          </p:nvPr>
        </p:nvSpPr>
        <p:spPr>
          <a:xfrm>
            <a:off x="838200" y="0"/>
            <a:ext cx="10515600" cy="681037"/>
          </a:xfrm>
        </p:spPr>
        <p:txBody>
          <a:bodyPr/>
          <a:lstStyle>
            <a:lvl1pPr>
              <a:defRPr sz="3200">
                <a:solidFill>
                  <a:schemeClr val="bg2"/>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072115F1-B1F3-B665-4700-2A7E13185C31}"/>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6" name="Slide Number Placeholder 5">
            <a:extLst>
              <a:ext uri="{FF2B5EF4-FFF2-40B4-BE49-F238E27FC236}">
                <a16:creationId xmlns:a16="http://schemas.microsoft.com/office/drawing/2014/main" id="{5AD61B0F-CCBC-0ABE-8C5F-59D8896C9ADA}"/>
              </a:ext>
            </a:extLst>
          </p:cNvPr>
          <p:cNvSpPr>
            <a:spLocks noGrp="1"/>
          </p:cNvSpPr>
          <p:nvPr>
            <p:ph type="sldNum" sz="quarter" idx="12"/>
          </p:nvPr>
        </p:nvSpPr>
        <p:spPr/>
        <p:txBody>
          <a:bodyPr/>
          <a:lstStyle>
            <a:lvl1pPr>
              <a:defRPr>
                <a:solidFill>
                  <a:schemeClr val="bg1"/>
                </a:solidFill>
              </a:defRPr>
            </a:lvl1pPr>
          </a:lstStyle>
          <a:p>
            <a:pPr>
              <a:defRPr/>
            </a:pPr>
            <a:fld id="{CC814026-9D66-433A-8979-C2D7694BCAD4}" type="slidenum">
              <a:rPr lang="en-GB" smtClean="0"/>
              <a:pPr>
                <a:defRPr/>
              </a:pPr>
              <a:t>‹#›</a:t>
            </a:fld>
            <a:endParaRPr lang="en-GB"/>
          </a:p>
        </p:txBody>
      </p:sp>
      <p:grpSp>
        <p:nvGrpSpPr>
          <p:cNvPr id="5" name="Group 4">
            <a:extLst>
              <a:ext uri="{FF2B5EF4-FFF2-40B4-BE49-F238E27FC236}">
                <a16:creationId xmlns:a16="http://schemas.microsoft.com/office/drawing/2014/main" id="{F7CE1C32-6A70-DBF5-8A65-EB9FDC1B4B0E}"/>
              </a:ext>
            </a:extLst>
          </p:cNvPr>
          <p:cNvGrpSpPr/>
          <p:nvPr userDrawn="1"/>
        </p:nvGrpSpPr>
        <p:grpSpPr>
          <a:xfrm>
            <a:off x="0" y="-9598"/>
            <a:ext cx="12174398" cy="689695"/>
            <a:chOff x="0" y="-9598"/>
            <a:chExt cx="12174398" cy="689695"/>
          </a:xfrm>
        </p:grpSpPr>
        <p:cxnSp>
          <p:nvCxnSpPr>
            <p:cNvPr id="8" name="Straight Connector 7">
              <a:extLst>
                <a:ext uri="{FF2B5EF4-FFF2-40B4-BE49-F238E27FC236}">
                  <a16:creationId xmlns:a16="http://schemas.microsoft.com/office/drawing/2014/main" id="{B0EED2CB-7979-69B2-5BC4-355A2A48AC02}"/>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4F3B2B0D-5E52-908F-2958-6081A232B0C2}"/>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7" name="Text Placeholder 32">
            <a:extLst>
              <a:ext uri="{FF2B5EF4-FFF2-40B4-BE49-F238E27FC236}">
                <a16:creationId xmlns:a16="http://schemas.microsoft.com/office/drawing/2014/main" id="{82D4F9CD-3196-A275-C402-E03F0A1577A3}"/>
              </a:ext>
            </a:extLst>
          </p:cNvPr>
          <p:cNvSpPr>
            <a:spLocks noGrp="1"/>
          </p:cNvSpPr>
          <p:nvPr>
            <p:ph type="body" sz="quarter" idx="23"/>
          </p:nvPr>
        </p:nvSpPr>
        <p:spPr>
          <a:xfrm>
            <a:off x="455671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18" name="Text Placeholder 32">
            <a:extLst>
              <a:ext uri="{FF2B5EF4-FFF2-40B4-BE49-F238E27FC236}">
                <a16:creationId xmlns:a16="http://schemas.microsoft.com/office/drawing/2014/main" id="{CD0F6261-F17E-2CC5-3020-24400BBA924A}"/>
              </a:ext>
            </a:extLst>
          </p:cNvPr>
          <p:cNvSpPr>
            <a:spLocks noGrp="1" noChangeAspect="1"/>
          </p:cNvSpPr>
          <p:nvPr>
            <p:ph type="body" sz="quarter" idx="19"/>
          </p:nvPr>
        </p:nvSpPr>
        <p:spPr>
          <a:xfrm>
            <a:off x="5236152"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23" name="Text Placeholder 32">
            <a:extLst>
              <a:ext uri="{FF2B5EF4-FFF2-40B4-BE49-F238E27FC236}">
                <a16:creationId xmlns:a16="http://schemas.microsoft.com/office/drawing/2014/main" id="{CD82881F-1C60-A118-957C-F8C7AE327E56}"/>
              </a:ext>
            </a:extLst>
          </p:cNvPr>
          <p:cNvSpPr>
            <a:spLocks noGrp="1"/>
          </p:cNvSpPr>
          <p:nvPr>
            <p:ph type="body" sz="quarter" idx="24"/>
          </p:nvPr>
        </p:nvSpPr>
        <p:spPr>
          <a:xfrm>
            <a:off x="731003"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5" name="Text Placeholder 32">
            <a:extLst>
              <a:ext uri="{FF2B5EF4-FFF2-40B4-BE49-F238E27FC236}">
                <a16:creationId xmlns:a16="http://schemas.microsoft.com/office/drawing/2014/main" id="{F4D31BDB-3DF7-3AB7-B9D0-D9E5FF137657}"/>
              </a:ext>
            </a:extLst>
          </p:cNvPr>
          <p:cNvSpPr>
            <a:spLocks noGrp="1"/>
          </p:cNvSpPr>
          <p:nvPr>
            <p:ph type="body" sz="quarter" idx="26"/>
          </p:nvPr>
        </p:nvSpPr>
        <p:spPr>
          <a:xfrm>
            <a:off x="8382424" y="2291375"/>
            <a:ext cx="3078573" cy="3530863"/>
          </a:xfrm>
          <a:prstGeom prst="roundRect">
            <a:avLst/>
          </a:prstGeom>
          <a:solidFill>
            <a:schemeClr val="bg1"/>
          </a:solidFill>
          <a:ln w="28575">
            <a:solidFill>
              <a:schemeClr val="bg2"/>
            </a:solidFill>
          </a:ln>
        </p:spPr>
        <p:txBody>
          <a:bodyPr lIns="0" tIns="0" rIns="0" bIns="0" anchor="ctr"/>
          <a:lstStyle>
            <a:lvl1pPr marL="0" indent="0" algn="ctr">
              <a:buNone/>
              <a:defRPr sz="1400" b="0">
                <a:solidFill>
                  <a:schemeClr val="tx1"/>
                </a:solidFill>
                <a:latin typeface="+mn-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endParaRPr lang="en-US"/>
          </a:p>
        </p:txBody>
      </p:sp>
      <p:sp>
        <p:nvSpPr>
          <p:cNvPr id="28" name="Text Placeholder 2">
            <a:extLst>
              <a:ext uri="{FF2B5EF4-FFF2-40B4-BE49-F238E27FC236}">
                <a16:creationId xmlns:a16="http://schemas.microsoft.com/office/drawing/2014/main" id="{2285408F-EC19-4DA6-AB29-EA683DB57762}"/>
              </a:ext>
            </a:extLst>
          </p:cNvPr>
          <p:cNvSpPr>
            <a:spLocks noGrp="1"/>
          </p:cNvSpPr>
          <p:nvPr>
            <p:ph type="body" idx="13" hasCustomPrompt="1"/>
          </p:nvPr>
        </p:nvSpPr>
        <p:spPr>
          <a:xfrm>
            <a:off x="836191" y="819456"/>
            <a:ext cx="10515600" cy="457200"/>
          </a:xfrm>
          <a:prstGeom prst="roundRect">
            <a:avLst/>
          </a:prstGeom>
        </p:spPr>
        <p:txBody>
          <a:bodyPr anchor="b"/>
          <a:lstStyle>
            <a:lvl1pPr marL="0" indent="0">
              <a:buNone/>
              <a:defRPr sz="20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
        <p:nvSpPr>
          <p:cNvPr id="12" name="Text Placeholder 32">
            <a:extLst>
              <a:ext uri="{FF2B5EF4-FFF2-40B4-BE49-F238E27FC236}">
                <a16:creationId xmlns:a16="http://schemas.microsoft.com/office/drawing/2014/main" id="{BDC410FB-5C84-B039-5CD4-9327E21FEE21}"/>
              </a:ext>
            </a:extLst>
          </p:cNvPr>
          <p:cNvSpPr>
            <a:spLocks noGrp="1" noChangeAspect="1"/>
          </p:cNvSpPr>
          <p:nvPr>
            <p:ph type="body" sz="quarter" idx="28"/>
          </p:nvPr>
        </p:nvSpPr>
        <p:spPr>
          <a:xfrm>
            <a:off x="1412450"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
        <p:nvSpPr>
          <p:cNvPr id="13" name="Text Placeholder 32">
            <a:extLst>
              <a:ext uri="{FF2B5EF4-FFF2-40B4-BE49-F238E27FC236}">
                <a16:creationId xmlns:a16="http://schemas.microsoft.com/office/drawing/2014/main" id="{93EB3850-F46A-7F40-6EDF-8A505981BA52}"/>
              </a:ext>
            </a:extLst>
          </p:cNvPr>
          <p:cNvSpPr>
            <a:spLocks noGrp="1" noChangeAspect="1"/>
          </p:cNvSpPr>
          <p:nvPr>
            <p:ph type="body" sz="quarter" idx="29"/>
          </p:nvPr>
        </p:nvSpPr>
        <p:spPr>
          <a:xfrm>
            <a:off x="9059854" y="1783179"/>
            <a:ext cx="1715678" cy="714365"/>
          </a:xfrm>
          <a:prstGeom prst="roundRect">
            <a:avLst/>
          </a:prstGeom>
          <a:solidFill>
            <a:schemeClr val="bg2"/>
          </a:solidFill>
          <a:ln w="38100">
            <a:solidFill>
              <a:schemeClr val="bg1"/>
            </a:solidFill>
          </a:ln>
        </p:spPr>
        <p:txBody>
          <a:bodyPr lIns="0" tIns="36000" rIns="0" bIns="0" anchor="ctr"/>
          <a:lstStyle>
            <a:lvl1pPr marL="0" indent="0" algn="ctr">
              <a:buNone/>
              <a:defRPr sz="1200">
                <a:solidFill>
                  <a:srgbClr val="191D64"/>
                </a:solidFill>
                <a:latin typeface="Schibsted Grotesk Medium" pitchFamily="2" charset="0"/>
                <a:cs typeface="Schibsted Grotesk Medium" pitchFamily="2" charset="0"/>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endParaRPr lang="en-US"/>
          </a:p>
        </p:txBody>
      </p:sp>
    </p:spTree>
    <p:extLst>
      <p:ext uri="{BB962C8B-B14F-4D97-AF65-F5344CB8AC3E}">
        <p14:creationId xmlns:p14="http://schemas.microsoft.com/office/powerpoint/2010/main" val="37467656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chemeClr val="tx2"/>
        </a:solidFill>
        <a:effectLst/>
      </p:bgPr>
    </p:bg>
    <p:spTree>
      <p:nvGrpSpPr>
        <p:cNvPr id="1" name=""/>
        <p:cNvGrpSpPr/>
        <p:nvPr/>
      </p:nvGrpSpPr>
      <p:grpSpPr>
        <a:xfrm>
          <a:off x="0" y="0"/>
          <a:ext cx="0" cy="0"/>
          <a:chOff x="0" y="0"/>
          <a:chExt cx="0" cy="0"/>
        </a:xfrm>
      </p:grpSpPr>
      <p:sp>
        <p:nvSpPr>
          <p:cNvPr id="23" name="Picture Placeholder 4">
            <a:extLst>
              <a:ext uri="{FF2B5EF4-FFF2-40B4-BE49-F238E27FC236}">
                <a16:creationId xmlns:a16="http://schemas.microsoft.com/office/drawing/2014/main" id="{14C568E1-65EC-A505-EF2D-BE9758203DDC}"/>
              </a:ext>
            </a:extLst>
          </p:cNvPr>
          <p:cNvSpPr txBox="1">
            <a:spLocks/>
          </p:cNvSpPr>
          <p:nvPr userDrawn="1"/>
        </p:nvSpPr>
        <p:spPr>
          <a:xfrm>
            <a:off x="6318386" y="937309"/>
            <a:ext cx="5873614" cy="5940429"/>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288" h="6210534">
                <a:moveTo>
                  <a:pt x="1682562" y="6934"/>
                </a:moveTo>
                <a:cubicBezTo>
                  <a:pt x="3142372" y="-11995"/>
                  <a:pt x="4509513" y="14468"/>
                  <a:pt x="6132539" y="8710"/>
                </a:cubicBezTo>
                <a:lnTo>
                  <a:pt x="6140288" y="6210534"/>
                </a:lnTo>
                <a:lnTo>
                  <a:pt x="1569715" y="6189707"/>
                </a:lnTo>
                <a:cubicBezTo>
                  <a:pt x="1092863" y="4979736"/>
                  <a:pt x="479069" y="3572094"/>
                  <a:pt x="116877" y="2579732"/>
                </a:cubicBezTo>
                <a:cubicBezTo>
                  <a:pt x="-245315" y="1587370"/>
                  <a:pt x="222752" y="25863"/>
                  <a:pt x="1682562" y="6934"/>
                </a:cubicBezTo>
                <a:close/>
              </a:path>
            </a:pathLst>
          </a:custGeom>
          <a:solidFill>
            <a:schemeClr val="bg2"/>
          </a:solidFill>
        </p:spPr>
        <p:txBody>
          <a:bodyPr lIns="720000" tIns="1332000" rIns="720000"/>
          <a:lstStyle>
            <a:lvl1pPr marL="0" indent="0" algn="ctr" rtl="0" fontAlgn="base">
              <a:lnSpc>
                <a:spcPct val="90000"/>
              </a:lnSpc>
              <a:spcBef>
                <a:spcPts val="1000"/>
              </a:spcBef>
              <a:spcAft>
                <a:spcPct val="0"/>
              </a:spcAft>
              <a:buFontTx/>
              <a:buNone/>
              <a:defRPr sz="1200" b="0" i="0" kern="1200">
                <a:solidFill>
                  <a:schemeClr val="tx2"/>
                </a:solidFill>
                <a:latin typeface="Schibsted Grotesk Bold" pitchFamily="2" charset="77"/>
                <a:ea typeface="Schibsted Grotesk Bold" pitchFamily="2" charset="77"/>
                <a:cs typeface="Schibsted Grotesk Bold" pitchFamily="2" charset="77"/>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Schibsted Grotesk Bold" pitchFamily="2" charset="77"/>
                <a:cs typeface="Schibsted Grotesk Bold" pitchFamily="2" charset="77"/>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Schibsted Grotesk Bold" pitchFamily="2" charset="77"/>
                <a:cs typeface="Schibsted Grotesk Bold" pitchFamily="2" charset="77"/>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Tx/>
              <a:buNone/>
              <a:tabLst/>
              <a:defRPr/>
            </a:pPr>
            <a:endParaRPr kumimoji="0" lang="en-US" sz="1200" b="0" i="0" u="none" strike="noStrike" kern="1200" cap="none" spc="0" normalizeH="0" baseline="0" noProof="0">
              <a:ln>
                <a:noFill/>
              </a:ln>
              <a:solidFill>
                <a:srgbClr val="FFD900"/>
              </a:solidFill>
              <a:effectLst/>
              <a:uLnTx/>
              <a:uFillTx/>
              <a:latin typeface="Schibsted Grotesk Bold" pitchFamily="2" charset="77"/>
              <a:cs typeface="Schibsted Grotesk Bold" pitchFamily="2" charset="77"/>
            </a:endParaRPr>
          </a:p>
        </p:txBody>
      </p:sp>
      <p:sp>
        <p:nvSpPr>
          <p:cNvPr id="2" name="Title 1">
            <a:extLst>
              <a:ext uri="{FF2B5EF4-FFF2-40B4-BE49-F238E27FC236}">
                <a16:creationId xmlns:a16="http://schemas.microsoft.com/office/drawing/2014/main" id="{523A7CC5-62EC-C755-E113-77487C31B6F8}"/>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E9733830-4C87-211B-5652-E01C64BA4BB4}"/>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4" name="Slide Number Placeholder 3">
            <a:extLst>
              <a:ext uri="{FF2B5EF4-FFF2-40B4-BE49-F238E27FC236}">
                <a16:creationId xmlns:a16="http://schemas.microsoft.com/office/drawing/2014/main" id="{BEC1693D-25F4-6B93-6B7D-EB3A856DCBDB}"/>
              </a:ext>
            </a:extLst>
          </p:cNvPr>
          <p:cNvSpPr>
            <a:spLocks noGrp="1"/>
          </p:cNvSpPr>
          <p:nvPr>
            <p:ph type="sldNum" sz="quarter" idx="11"/>
          </p:nvPr>
        </p:nvSpPr>
        <p:spPr/>
        <p:txBody>
          <a:bodyPr/>
          <a:lstStyle>
            <a:lvl1pPr>
              <a:defRPr>
                <a:solidFill>
                  <a:schemeClr val="bg1"/>
                </a:solidFill>
              </a:defRPr>
            </a:lvl1pPr>
          </a:lstStyle>
          <a:p>
            <a:pPr eaLnBrk="0" fontAlgn="base" hangingPunct="0">
              <a:spcBef>
                <a:spcPct val="0"/>
              </a:spcBef>
              <a:spcAft>
                <a:spcPct val="0"/>
              </a:spcAft>
              <a:defRPr/>
            </a:pPr>
            <a:fld id="{CC814026-9D66-433A-8979-C2D7694BCAD4}" type="slidenum">
              <a:rPr lang="en-GB" smtClean="0"/>
              <a:pPr eaLnBrk="0" fontAlgn="base" hangingPunct="0">
                <a:spcBef>
                  <a:spcPct val="0"/>
                </a:spcBef>
                <a:spcAft>
                  <a:spcPct val="0"/>
                </a:spcAft>
                <a:defRPr/>
              </a:pPr>
              <a:t>‹#›</a:t>
            </a:fld>
            <a:endParaRPr lang="en-GB"/>
          </a:p>
        </p:txBody>
      </p:sp>
      <p:grpSp>
        <p:nvGrpSpPr>
          <p:cNvPr id="11" name="Group 10">
            <a:extLst>
              <a:ext uri="{FF2B5EF4-FFF2-40B4-BE49-F238E27FC236}">
                <a16:creationId xmlns:a16="http://schemas.microsoft.com/office/drawing/2014/main" id="{4E3B9152-B094-BD0A-EB7B-17EEA252F461}"/>
              </a:ext>
            </a:extLst>
          </p:cNvPr>
          <p:cNvGrpSpPr/>
          <p:nvPr userDrawn="1"/>
        </p:nvGrpSpPr>
        <p:grpSpPr>
          <a:xfrm>
            <a:off x="0" y="-9598"/>
            <a:ext cx="12174398" cy="689695"/>
            <a:chOff x="0" y="-9598"/>
            <a:chExt cx="12174398" cy="689695"/>
          </a:xfrm>
        </p:grpSpPr>
        <p:cxnSp>
          <p:nvCxnSpPr>
            <p:cNvPr id="12" name="Straight Connector 11">
              <a:extLst>
                <a:ext uri="{FF2B5EF4-FFF2-40B4-BE49-F238E27FC236}">
                  <a16:creationId xmlns:a16="http://schemas.microsoft.com/office/drawing/2014/main" id="{F8907D14-6139-A2FB-F6A5-FD8548C5DF48}"/>
                </a:ext>
              </a:extLst>
            </p:cNvPr>
            <p:cNvCxnSpPr>
              <a:cxnSpLocks/>
            </p:cNvCxnSpPr>
            <p:nvPr userDrawn="1"/>
          </p:nvCxnSpPr>
          <p:spPr>
            <a:xfrm>
              <a:off x="0" y="680097"/>
              <a:ext cx="11249891"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30F0B43E-0CA1-EA7B-E916-DA68E3BDB793}"/>
                </a:ext>
              </a:extLst>
            </p:cNvPr>
            <p:cNvSpPr/>
            <p:nvPr userDrawn="1"/>
          </p:nvSpPr>
          <p:spPr>
            <a:xfrm>
              <a:off x="11239714" y="-9598"/>
              <a:ext cx="934684" cy="689694"/>
            </a:xfrm>
            <a:custGeom>
              <a:avLst/>
              <a:gdLst>
                <a:gd name="connsiteX0" fmla="*/ 0 w 953750"/>
                <a:gd name="connsiteY0" fmla="*/ 669925 h 669925"/>
                <a:gd name="connsiteX1" fmla="*/ 298450 w 953750"/>
                <a:gd name="connsiteY1" fmla="*/ 641350 h 669925"/>
                <a:gd name="connsiteX2" fmla="*/ 577850 w 953750"/>
                <a:gd name="connsiteY2" fmla="*/ 565150 h 669925"/>
                <a:gd name="connsiteX3" fmla="*/ 790575 w 953750"/>
                <a:gd name="connsiteY3" fmla="*/ 422275 h 669925"/>
                <a:gd name="connsiteX4" fmla="*/ 885825 w 953750"/>
                <a:gd name="connsiteY4" fmla="*/ 292100 h 669925"/>
                <a:gd name="connsiteX5" fmla="*/ 952500 w 953750"/>
                <a:gd name="connsiteY5" fmla="*/ 104775 h 669925"/>
                <a:gd name="connsiteX6" fmla="*/ 946150 w 953750"/>
                <a:gd name="connsiteY6" fmla="*/ 0 h 669925"/>
                <a:gd name="connsiteX0" fmla="*/ 0 w 946150"/>
                <a:gd name="connsiteY0" fmla="*/ 669925 h 669925"/>
                <a:gd name="connsiteX1" fmla="*/ 298450 w 946150"/>
                <a:gd name="connsiteY1" fmla="*/ 641350 h 669925"/>
                <a:gd name="connsiteX2" fmla="*/ 577850 w 946150"/>
                <a:gd name="connsiteY2" fmla="*/ 565150 h 669925"/>
                <a:gd name="connsiteX3" fmla="*/ 790575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12800 w 946150"/>
                <a:gd name="connsiteY3" fmla="*/ 422275 h 669925"/>
                <a:gd name="connsiteX4" fmla="*/ 885825 w 946150"/>
                <a:gd name="connsiteY4" fmla="*/ 292100 h 669925"/>
                <a:gd name="connsiteX5" fmla="*/ 946150 w 946150"/>
                <a:gd name="connsiteY5" fmla="*/ 0 h 669925"/>
                <a:gd name="connsiteX0" fmla="*/ 0 w 946150"/>
                <a:gd name="connsiteY0" fmla="*/ 669925 h 669925"/>
                <a:gd name="connsiteX1" fmla="*/ 2984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396875 w 946150"/>
                <a:gd name="connsiteY1" fmla="*/ 6191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6225 w 946150"/>
                <a:gd name="connsiteY1" fmla="*/ 644525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806450 w 946150"/>
                <a:gd name="connsiteY3" fmla="*/ 396875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85825 w 946150"/>
                <a:gd name="connsiteY4" fmla="*/ 292100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866775 w 946150"/>
                <a:gd name="connsiteY4" fmla="*/ 314325 h 669925"/>
                <a:gd name="connsiteX5" fmla="*/ 946150 w 946150"/>
                <a:gd name="connsiteY5" fmla="*/ 0 h 669925"/>
                <a:gd name="connsiteX0" fmla="*/ 0 w 946150"/>
                <a:gd name="connsiteY0" fmla="*/ 669925 h 669925"/>
                <a:gd name="connsiteX1" fmla="*/ 273050 w 946150"/>
                <a:gd name="connsiteY1" fmla="*/ 641350 h 669925"/>
                <a:gd name="connsiteX2" fmla="*/ 577850 w 946150"/>
                <a:gd name="connsiteY2" fmla="*/ 565150 h 669925"/>
                <a:gd name="connsiteX3" fmla="*/ 784225 w 946150"/>
                <a:gd name="connsiteY3" fmla="*/ 419100 h 669925"/>
                <a:gd name="connsiteX4" fmla="*/ 922117 w 946150"/>
                <a:gd name="connsiteY4" fmla="*/ 236138 h 669925"/>
                <a:gd name="connsiteX5" fmla="*/ 946150 w 946150"/>
                <a:gd name="connsiteY5" fmla="*/ 0 h 669925"/>
                <a:gd name="connsiteX0" fmla="*/ 0 w 965683"/>
                <a:gd name="connsiteY0" fmla="*/ 676180 h 676180"/>
                <a:gd name="connsiteX1" fmla="*/ 273050 w 965683"/>
                <a:gd name="connsiteY1" fmla="*/ 647605 h 676180"/>
                <a:gd name="connsiteX2" fmla="*/ 577850 w 965683"/>
                <a:gd name="connsiteY2" fmla="*/ 571405 h 676180"/>
                <a:gd name="connsiteX3" fmla="*/ 784225 w 965683"/>
                <a:gd name="connsiteY3" fmla="*/ 425355 h 676180"/>
                <a:gd name="connsiteX4" fmla="*/ 922117 w 965683"/>
                <a:gd name="connsiteY4" fmla="*/ 242393 h 676180"/>
                <a:gd name="connsiteX5" fmla="*/ 965683 w 965683"/>
                <a:gd name="connsiteY5" fmla="*/ 0 h 676180"/>
                <a:gd name="connsiteX0" fmla="*/ 0 w 965683"/>
                <a:gd name="connsiteY0" fmla="*/ 660542 h 660542"/>
                <a:gd name="connsiteX1" fmla="*/ 273050 w 965683"/>
                <a:gd name="connsiteY1" fmla="*/ 631967 h 660542"/>
                <a:gd name="connsiteX2" fmla="*/ 577850 w 965683"/>
                <a:gd name="connsiteY2" fmla="*/ 555767 h 660542"/>
                <a:gd name="connsiteX3" fmla="*/ 784225 w 965683"/>
                <a:gd name="connsiteY3" fmla="*/ 409717 h 660542"/>
                <a:gd name="connsiteX4" fmla="*/ 922117 w 965683"/>
                <a:gd name="connsiteY4" fmla="*/ 226755 h 660542"/>
                <a:gd name="connsiteX5" fmla="*/ 965683 w 965683"/>
                <a:gd name="connsiteY5" fmla="*/ 0 h 660542"/>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22117 w 955917"/>
                <a:gd name="connsiteY4" fmla="*/ 233010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4225 w 955917"/>
                <a:gd name="connsiteY3" fmla="*/ 415972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902584 w 955917"/>
                <a:gd name="connsiteY4" fmla="*/ 267412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7480 w 955917"/>
                <a:gd name="connsiteY3" fmla="*/ 425354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9757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80969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89562 w 955917"/>
                <a:gd name="connsiteY4" fmla="*/ 298688 h 666797"/>
                <a:gd name="connsiteX5" fmla="*/ 955917 w 955917"/>
                <a:gd name="connsiteY5" fmla="*/ 0 h 666797"/>
                <a:gd name="connsiteX0" fmla="*/ 0 w 955917"/>
                <a:gd name="connsiteY0" fmla="*/ 666797 h 666797"/>
                <a:gd name="connsiteX1" fmla="*/ 273050 w 955917"/>
                <a:gd name="connsiteY1" fmla="*/ 63822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0074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577850 w 955917"/>
                <a:gd name="connsiteY2" fmla="*/ 562022 h 666797"/>
                <a:gd name="connsiteX3" fmla="*/ 777714 w 955917"/>
                <a:gd name="connsiteY3" fmla="*/ 453502 h 666797"/>
                <a:gd name="connsiteX4" fmla="*/ 896073 w 955917"/>
                <a:gd name="connsiteY4" fmla="*/ 267412 h 666797"/>
                <a:gd name="connsiteX5" fmla="*/ 955917 w 955917"/>
                <a:gd name="connsiteY5" fmla="*/ 0 h 666797"/>
                <a:gd name="connsiteX0" fmla="*/ 0 w 955917"/>
                <a:gd name="connsiteY0" fmla="*/ 666797 h 666797"/>
                <a:gd name="connsiteX1" fmla="*/ 419545 w 955917"/>
                <a:gd name="connsiteY1" fmla="*/ 613202 h 666797"/>
                <a:gd name="connsiteX2" fmla="*/ 777714 w 955917"/>
                <a:gd name="connsiteY2" fmla="*/ 453502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896073 w 955917"/>
                <a:gd name="connsiteY2" fmla="*/ 267412 h 666797"/>
                <a:gd name="connsiteX3" fmla="*/ 955917 w 955917"/>
                <a:gd name="connsiteY3" fmla="*/ 0 h 666797"/>
                <a:gd name="connsiteX0" fmla="*/ 0 w 955917"/>
                <a:gd name="connsiteY0" fmla="*/ 666797 h 666797"/>
                <a:gd name="connsiteX1" fmla="*/ 419545 w 955917"/>
                <a:gd name="connsiteY1" fmla="*/ 613202 h 666797"/>
                <a:gd name="connsiteX2" fmla="*/ 685717 w 955917"/>
                <a:gd name="connsiteY2" fmla="*/ 453488 h 666797"/>
                <a:gd name="connsiteX3" fmla="*/ 896073 w 955917"/>
                <a:gd name="connsiteY3" fmla="*/ 267412 h 666797"/>
                <a:gd name="connsiteX4" fmla="*/ 955917 w 955917"/>
                <a:gd name="connsiteY4" fmla="*/ 0 h 666797"/>
                <a:gd name="connsiteX0" fmla="*/ 0 w 955917"/>
                <a:gd name="connsiteY0" fmla="*/ 666797 h 666797"/>
                <a:gd name="connsiteX1" fmla="*/ 419545 w 955917"/>
                <a:gd name="connsiteY1" fmla="*/ 613202 h 666797"/>
                <a:gd name="connsiteX2" fmla="*/ 721526 w 955917"/>
                <a:gd name="connsiteY2" fmla="*/ 475381 h 666797"/>
                <a:gd name="connsiteX3" fmla="*/ 896073 w 955917"/>
                <a:gd name="connsiteY3" fmla="*/ 267412 h 666797"/>
                <a:gd name="connsiteX4" fmla="*/ 955917 w 955917"/>
                <a:gd name="connsiteY4" fmla="*/ 0 h 666797"/>
                <a:gd name="connsiteX0" fmla="*/ 0 w 952716"/>
                <a:gd name="connsiteY0" fmla="*/ 648358 h 648358"/>
                <a:gd name="connsiteX1" fmla="*/ 419545 w 952716"/>
                <a:gd name="connsiteY1" fmla="*/ 594763 h 648358"/>
                <a:gd name="connsiteX2" fmla="*/ 721526 w 952716"/>
                <a:gd name="connsiteY2" fmla="*/ 456942 h 648358"/>
                <a:gd name="connsiteX3" fmla="*/ 896073 w 952716"/>
                <a:gd name="connsiteY3" fmla="*/ 248973 h 648358"/>
                <a:gd name="connsiteX4" fmla="*/ 952716 w 952716"/>
                <a:gd name="connsiteY4" fmla="*/ 0 h 648358"/>
                <a:gd name="connsiteX0" fmla="*/ 0 w 943113"/>
                <a:gd name="connsiteY0" fmla="*/ 660651 h 660651"/>
                <a:gd name="connsiteX1" fmla="*/ 419545 w 943113"/>
                <a:gd name="connsiteY1" fmla="*/ 607056 h 660651"/>
                <a:gd name="connsiteX2" fmla="*/ 721526 w 943113"/>
                <a:gd name="connsiteY2" fmla="*/ 469235 h 660651"/>
                <a:gd name="connsiteX3" fmla="*/ 896073 w 943113"/>
                <a:gd name="connsiteY3" fmla="*/ 261266 h 660651"/>
                <a:gd name="connsiteX4" fmla="*/ 943113 w 943113"/>
                <a:gd name="connsiteY4" fmla="*/ 0 h 660651"/>
                <a:gd name="connsiteX0" fmla="*/ 0 w 933510"/>
                <a:gd name="connsiteY0" fmla="*/ 657578 h 657578"/>
                <a:gd name="connsiteX1" fmla="*/ 419545 w 933510"/>
                <a:gd name="connsiteY1" fmla="*/ 603983 h 657578"/>
                <a:gd name="connsiteX2" fmla="*/ 721526 w 933510"/>
                <a:gd name="connsiteY2" fmla="*/ 466162 h 657578"/>
                <a:gd name="connsiteX3" fmla="*/ 896073 w 933510"/>
                <a:gd name="connsiteY3" fmla="*/ 258193 h 657578"/>
                <a:gd name="connsiteX4" fmla="*/ 933510 w 933510"/>
                <a:gd name="connsiteY4" fmla="*/ 0 h 657578"/>
                <a:gd name="connsiteX0" fmla="*/ 0 w 933524"/>
                <a:gd name="connsiteY0" fmla="*/ 657578 h 657578"/>
                <a:gd name="connsiteX1" fmla="*/ 419545 w 933524"/>
                <a:gd name="connsiteY1" fmla="*/ 603983 h 657578"/>
                <a:gd name="connsiteX2" fmla="*/ 721526 w 933524"/>
                <a:gd name="connsiteY2" fmla="*/ 466162 h 657578"/>
                <a:gd name="connsiteX3" fmla="*/ 896073 w 933524"/>
                <a:gd name="connsiteY3" fmla="*/ 258193 h 657578"/>
                <a:gd name="connsiteX4" fmla="*/ 933510 w 933524"/>
                <a:gd name="connsiteY4" fmla="*/ 0 h 657578"/>
                <a:gd name="connsiteX0" fmla="*/ 0 w 933524"/>
                <a:gd name="connsiteY0" fmla="*/ 660651 h 660651"/>
                <a:gd name="connsiteX1" fmla="*/ 419545 w 933524"/>
                <a:gd name="connsiteY1" fmla="*/ 607056 h 660651"/>
                <a:gd name="connsiteX2" fmla="*/ 721526 w 933524"/>
                <a:gd name="connsiteY2" fmla="*/ 469235 h 660651"/>
                <a:gd name="connsiteX3" fmla="*/ 896073 w 933524"/>
                <a:gd name="connsiteY3" fmla="*/ 261266 h 660651"/>
                <a:gd name="connsiteX4" fmla="*/ 933510 w 933524"/>
                <a:gd name="connsiteY4" fmla="*/ 0 h 660651"/>
                <a:gd name="connsiteX0" fmla="*/ 0 w 933524"/>
                <a:gd name="connsiteY0" fmla="*/ 666797 h 666797"/>
                <a:gd name="connsiteX1" fmla="*/ 419545 w 933524"/>
                <a:gd name="connsiteY1" fmla="*/ 613202 h 666797"/>
                <a:gd name="connsiteX2" fmla="*/ 721526 w 933524"/>
                <a:gd name="connsiteY2" fmla="*/ 475381 h 666797"/>
                <a:gd name="connsiteX3" fmla="*/ 896073 w 933524"/>
                <a:gd name="connsiteY3" fmla="*/ 267412 h 666797"/>
                <a:gd name="connsiteX4" fmla="*/ 933510 w 933524"/>
                <a:gd name="connsiteY4" fmla="*/ 0 h 666797"/>
                <a:gd name="connsiteX0" fmla="*/ 0 w 946317"/>
                <a:gd name="connsiteY0" fmla="*/ 648358 h 648358"/>
                <a:gd name="connsiteX1" fmla="*/ 419545 w 946317"/>
                <a:gd name="connsiteY1" fmla="*/ 594763 h 648358"/>
                <a:gd name="connsiteX2" fmla="*/ 721526 w 946317"/>
                <a:gd name="connsiteY2" fmla="*/ 456942 h 648358"/>
                <a:gd name="connsiteX3" fmla="*/ 896073 w 946317"/>
                <a:gd name="connsiteY3" fmla="*/ 248973 h 648358"/>
                <a:gd name="connsiteX4" fmla="*/ 946314 w 946317"/>
                <a:gd name="connsiteY4" fmla="*/ 0 h 648358"/>
                <a:gd name="connsiteX0" fmla="*/ 0 w 946314"/>
                <a:gd name="connsiteY0" fmla="*/ 648358 h 648358"/>
                <a:gd name="connsiteX1" fmla="*/ 419545 w 946314"/>
                <a:gd name="connsiteY1" fmla="*/ 594763 h 648358"/>
                <a:gd name="connsiteX2" fmla="*/ 721526 w 946314"/>
                <a:gd name="connsiteY2" fmla="*/ 456942 h 648358"/>
                <a:gd name="connsiteX3" fmla="*/ 896073 w 946314"/>
                <a:gd name="connsiteY3" fmla="*/ 248973 h 648358"/>
                <a:gd name="connsiteX4" fmla="*/ 946314 w 946314"/>
                <a:gd name="connsiteY4" fmla="*/ 0 h 648358"/>
                <a:gd name="connsiteX0" fmla="*/ 0 w 939912"/>
                <a:gd name="connsiteY0" fmla="*/ 654504 h 654504"/>
                <a:gd name="connsiteX1" fmla="*/ 419545 w 939912"/>
                <a:gd name="connsiteY1" fmla="*/ 600909 h 654504"/>
                <a:gd name="connsiteX2" fmla="*/ 721526 w 939912"/>
                <a:gd name="connsiteY2" fmla="*/ 463088 h 654504"/>
                <a:gd name="connsiteX3" fmla="*/ 896073 w 939912"/>
                <a:gd name="connsiteY3" fmla="*/ 255119 h 654504"/>
                <a:gd name="connsiteX4" fmla="*/ 939912 w 939912"/>
                <a:gd name="connsiteY4" fmla="*/ 0 h 654504"/>
                <a:gd name="connsiteX0" fmla="*/ 0 w 939912"/>
                <a:gd name="connsiteY0" fmla="*/ 663723 h 663723"/>
                <a:gd name="connsiteX1" fmla="*/ 419545 w 939912"/>
                <a:gd name="connsiteY1" fmla="*/ 610128 h 663723"/>
                <a:gd name="connsiteX2" fmla="*/ 721526 w 939912"/>
                <a:gd name="connsiteY2" fmla="*/ 472307 h 663723"/>
                <a:gd name="connsiteX3" fmla="*/ 896073 w 939912"/>
                <a:gd name="connsiteY3" fmla="*/ 264338 h 663723"/>
                <a:gd name="connsiteX4" fmla="*/ 939912 w 939912"/>
                <a:gd name="connsiteY4" fmla="*/ 0 h 663723"/>
                <a:gd name="connsiteX0" fmla="*/ 0 w 936711"/>
                <a:gd name="connsiteY0" fmla="*/ 660650 h 660650"/>
                <a:gd name="connsiteX1" fmla="*/ 419545 w 936711"/>
                <a:gd name="connsiteY1" fmla="*/ 607055 h 660650"/>
                <a:gd name="connsiteX2" fmla="*/ 721526 w 936711"/>
                <a:gd name="connsiteY2" fmla="*/ 469234 h 660650"/>
                <a:gd name="connsiteX3" fmla="*/ 896073 w 936711"/>
                <a:gd name="connsiteY3" fmla="*/ 261265 h 660650"/>
                <a:gd name="connsiteX4" fmla="*/ 936711 w 936711"/>
                <a:gd name="connsiteY4" fmla="*/ 0 h 660650"/>
                <a:gd name="connsiteX0" fmla="*/ 0 w 943113"/>
                <a:gd name="connsiteY0" fmla="*/ 663723 h 663723"/>
                <a:gd name="connsiteX1" fmla="*/ 419545 w 943113"/>
                <a:gd name="connsiteY1" fmla="*/ 610128 h 663723"/>
                <a:gd name="connsiteX2" fmla="*/ 721526 w 943113"/>
                <a:gd name="connsiteY2" fmla="*/ 472307 h 663723"/>
                <a:gd name="connsiteX3" fmla="*/ 896073 w 943113"/>
                <a:gd name="connsiteY3" fmla="*/ 264338 h 663723"/>
                <a:gd name="connsiteX4" fmla="*/ 943113 w 943113"/>
                <a:gd name="connsiteY4" fmla="*/ 0 h 663723"/>
                <a:gd name="connsiteX0" fmla="*/ 0 w 939912"/>
                <a:gd name="connsiteY0" fmla="*/ 660650 h 660650"/>
                <a:gd name="connsiteX1" fmla="*/ 419545 w 939912"/>
                <a:gd name="connsiteY1" fmla="*/ 607055 h 660650"/>
                <a:gd name="connsiteX2" fmla="*/ 721526 w 939912"/>
                <a:gd name="connsiteY2" fmla="*/ 469234 h 660650"/>
                <a:gd name="connsiteX3" fmla="*/ 896073 w 939912"/>
                <a:gd name="connsiteY3" fmla="*/ 261265 h 660650"/>
                <a:gd name="connsiteX4" fmla="*/ 939912 w 939912"/>
                <a:gd name="connsiteY4" fmla="*/ 0 h 660650"/>
                <a:gd name="connsiteX0" fmla="*/ 0 w 956717"/>
                <a:gd name="connsiteY0" fmla="*/ 651430 h 651430"/>
                <a:gd name="connsiteX1" fmla="*/ 419545 w 956717"/>
                <a:gd name="connsiteY1" fmla="*/ 597835 h 651430"/>
                <a:gd name="connsiteX2" fmla="*/ 721526 w 956717"/>
                <a:gd name="connsiteY2" fmla="*/ 460014 h 651430"/>
                <a:gd name="connsiteX3" fmla="*/ 896073 w 956717"/>
                <a:gd name="connsiteY3" fmla="*/ 252045 h 651430"/>
                <a:gd name="connsiteX4" fmla="*/ 956717 w 956717"/>
                <a:gd name="connsiteY4" fmla="*/ 0 h 651430"/>
                <a:gd name="connsiteX0" fmla="*/ 0 w 947114"/>
                <a:gd name="connsiteY0" fmla="*/ 660649 h 660649"/>
                <a:gd name="connsiteX1" fmla="*/ 419545 w 947114"/>
                <a:gd name="connsiteY1" fmla="*/ 607054 h 660649"/>
                <a:gd name="connsiteX2" fmla="*/ 721526 w 947114"/>
                <a:gd name="connsiteY2" fmla="*/ 469233 h 660649"/>
                <a:gd name="connsiteX3" fmla="*/ 896073 w 947114"/>
                <a:gd name="connsiteY3" fmla="*/ 261264 h 660649"/>
                <a:gd name="connsiteX4" fmla="*/ 947114 w 947114"/>
                <a:gd name="connsiteY4" fmla="*/ 0 h 660649"/>
                <a:gd name="connsiteX0" fmla="*/ 0 w 937511"/>
                <a:gd name="connsiteY0" fmla="*/ 660649 h 660649"/>
                <a:gd name="connsiteX1" fmla="*/ 419545 w 937511"/>
                <a:gd name="connsiteY1" fmla="*/ 607054 h 660649"/>
                <a:gd name="connsiteX2" fmla="*/ 721526 w 937511"/>
                <a:gd name="connsiteY2" fmla="*/ 469233 h 660649"/>
                <a:gd name="connsiteX3" fmla="*/ 896073 w 937511"/>
                <a:gd name="connsiteY3" fmla="*/ 261264 h 660649"/>
                <a:gd name="connsiteX4" fmla="*/ 937511 w 937511"/>
                <a:gd name="connsiteY4" fmla="*/ 0 h 660649"/>
                <a:gd name="connsiteX0" fmla="*/ 0 w 935111"/>
                <a:gd name="connsiteY0" fmla="*/ 658344 h 658344"/>
                <a:gd name="connsiteX1" fmla="*/ 419545 w 935111"/>
                <a:gd name="connsiteY1" fmla="*/ 604749 h 658344"/>
                <a:gd name="connsiteX2" fmla="*/ 721526 w 935111"/>
                <a:gd name="connsiteY2" fmla="*/ 466928 h 658344"/>
                <a:gd name="connsiteX3" fmla="*/ 896073 w 935111"/>
                <a:gd name="connsiteY3" fmla="*/ 258959 h 658344"/>
                <a:gd name="connsiteX4" fmla="*/ 935111 w 935111"/>
                <a:gd name="connsiteY4" fmla="*/ 0 h 658344"/>
                <a:gd name="connsiteX0" fmla="*/ 0 w 918306"/>
                <a:gd name="connsiteY0" fmla="*/ 660649 h 660649"/>
                <a:gd name="connsiteX1" fmla="*/ 419545 w 918306"/>
                <a:gd name="connsiteY1" fmla="*/ 607054 h 660649"/>
                <a:gd name="connsiteX2" fmla="*/ 721526 w 918306"/>
                <a:gd name="connsiteY2" fmla="*/ 469233 h 660649"/>
                <a:gd name="connsiteX3" fmla="*/ 896073 w 918306"/>
                <a:gd name="connsiteY3" fmla="*/ 261264 h 660649"/>
                <a:gd name="connsiteX4" fmla="*/ 918306 w 918306"/>
                <a:gd name="connsiteY4" fmla="*/ 0 h 660649"/>
                <a:gd name="connsiteX0" fmla="*/ 0 w 930310"/>
                <a:gd name="connsiteY0" fmla="*/ 660649 h 660649"/>
                <a:gd name="connsiteX1" fmla="*/ 419545 w 930310"/>
                <a:gd name="connsiteY1" fmla="*/ 607054 h 660649"/>
                <a:gd name="connsiteX2" fmla="*/ 721526 w 930310"/>
                <a:gd name="connsiteY2" fmla="*/ 469233 h 660649"/>
                <a:gd name="connsiteX3" fmla="*/ 896073 w 930310"/>
                <a:gd name="connsiteY3" fmla="*/ 261264 h 660649"/>
                <a:gd name="connsiteX4" fmla="*/ 930310 w 930310"/>
                <a:gd name="connsiteY4" fmla="*/ 0 h 660649"/>
                <a:gd name="connsiteX0" fmla="*/ 0 w 932710"/>
                <a:gd name="connsiteY0" fmla="*/ 662954 h 662954"/>
                <a:gd name="connsiteX1" fmla="*/ 419545 w 932710"/>
                <a:gd name="connsiteY1" fmla="*/ 609359 h 662954"/>
                <a:gd name="connsiteX2" fmla="*/ 721526 w 932710"/>
                <a:gd name="connsiteY2" fmla="*/ 471538 h 662954"/>
                <a:gd name="connsiteX3" fmla="*/ 896073 w 932710"/>
                <a:gd name="connsiteY3" fmla="*/ 263569 h 662954"/>
                <a:gd name="connsiteX4" fmla="*/ 932710 w 932710"/>
                <a:gd name="connsiteY4" fmla="*/ 0 h 662954"/>
                <a:gd name="connsiteX0" fmla="*/ 0 w 951916"/>
                <a:gd name="connsiteY0" fmla="*/ 656039 h 656039"/>
                <a:gd name="connsiteX1" fmla="*/ 419545 w 951916"/>
                <a:gd name="connsiteY1" fmla="*/ 602444 h 656039"/>
                <a:gd name="connsiteX2" fmla="*/ 721526 w 951916"/>
                <a:gd name="connsiteY2" fmla="*/ 464623 h 656039"/>
                <a:gd name="connsiteX3" fmla="*/ 896073 w 951916"/>
                <a:gd name="connsiteY3" fmla="*/ 256654 h 656039"/>
                <a:gd name="connsiteX4" fmla="*/ 951916 w 951916"/>
                <a:gd name="connsiteY4" fmla="*/ 0 h 656039"/>
                <a:gd name="connsiteX0" fmla="*/ 0 w 961519"/>
                <a:gd name="connsiteY0" fmla="*/ 688306 h 688306"/>
                <a:gd name="connsiteX1" fmla="*/ 419545 w 961519"/>
                <a:gd name="connsiteY1" fmla="*/ 634711 h 688306"/>
                <a:gd name="connsiteX2" fmla="*/ 721526 w 961519"/>
                <a:gd name="connsiteY2" fmla="*/ 496890 h 688306"/>
                <a:gd name="connsiteX3" fmla="*/ 896073 w 961519"/>
                <a:gd name="connsiteY3" fmla="*/ 288921 h 688306"/>
                <a:gd name="connsiteX4" fmla="*/ 961519 w 961519"/>
                <a:gd name="connsiteY4" fmla="*/ 0 h 688306"/>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2723"/>
                <a:gd name="connsiteY0" fmla="*/ 658343 h 658343"/>
                <a:gd name="connsiteX1" fmla="*/ 419545 w 952723"/>
                <a:gd name="connsiteY1" fmla="*/ 604748 h 658343"/>
                <a:gd name="connsiteX2" fmla="*/ 721526 w 952723"/>
                <a:gd name="connsiteY2" fmla="*/ 466927 h 658343"/>
                <a:gd name="connsiteX3" fmla="*/ 896073 w 952723"/>
                <a:gd name="connsiteY3" fmla="*/ 258958 h 658343"/>
                <a:gd name="connsiteX4" fmla="*/ 949516 w 952723"/>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49516"/>
                <a:gd name="connsiteY0" fmla="*/ 658343 h 658343"/>
                <a:gd name="connsiteX1" fmla="*/ 419545 w 949516"/>
                <a:gd name="connsiteY1" fmla="*/ 604748 h 658343"/>
                <a:gd name="connsiteX2" fmla="*/ 721526 w 949516"/>
                <a:gd name="connsiteY2" fmla="*/ 466927 h 658343"/>
                <a:gd name="connsiteX3" fmla="*/ 896073 w 949516"/>
                <a:gd name="connsiteY3" fmla="*/ 258958 h 658343"/>
                <a:gd name="connsiteX4" fmla="*/ 949516 w 949516"/>
                <a:gd name="connsiteY4" fmla="*/ 0 h 658343"/>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4318"/>
                <a:gd name="connsiteY0" fmla="*/ 653734 h 653734"/>
                <a:gd name="connsiteX1" fmla="*/ 424347 w 954318"/>
                <a:gd name="connsiteY1" fmla="*/ 604748 h 653734"/>
                <a:gd name="connsiteX2" fmla="*/ 726328 w 954318"/>
                <a:gd name="connsiteY2" fmla="*/ 466927 h 653734"/>
                <a:gd name="connsiteX3" fmla="*/ 900875 w 954318"/>
                <a:gd name="connsiteY3" fmla="*/ 258958 h 653734"/>
                <a:gd name="connsiteX4" fmla="*/ 954318 w 954318"/>
                <a:gd name="connsiteY4" fmla="*/ 0 h 653734"/>
                <a:gd name="connsiteX0" fmla="*/ 0 w 951917"/>
                <a:gd name="connsiteY0" fmla="*/ 660649 h 660649"/>
                <a:gd name="connsiteX1" fmla="*/ 421946 w 951917"/>
                <a:gd name="connsiteY1" fmla="*/ 604748 h 660649"/>
                <a:gd name="connsiteX2" fmla="*/ 723927 w 951917"/>
                <a:gd name="connsiteY2" fmla="*/ 466927 h 660649"/>
                <a:gd name="connsiteX3" fmla="*/ 898474 w 951917"/>
                <a:gd name="connsiteY3" fmla="*/ 258958 h 660649"/>
                <a:gd name="connsiteX4" fmla="*/ 951917 w 951917"/>
                <a:gd name="connsiteY4" fmla="*/ 0 h 660649"/>
                <a:gd name="connsiteX0" fmla="*/ 0 w 956718"/>
                <a:gd name="connsiteY0" fmla="*/ 656040 h 656040"/>
                <a:gd name="connsiteX1" fmla="*/ 426747 w 956718"/>
                <a:gd name="connsiteY1" fmla="*/ 604748 h 656040"/>
                <a:gd name="connsiteX2" fmla="*/ 728728 w 956718"/>
                <a:gd name="connsiteY2" fmla="*/ 466927 h 656040"/>
                <a:gd name="connsiteX3" fmla="*/ 903275 w 956718"/>
                <a:gd name="connsiteY3" fmla="*/ 258958 h 656040"/>
                <a:gd name="connsiteX4" fmla="*/ 956718 w 956718"/>
                <a:gd name="connsiteY4" fmla="*/ 0 h 656040"/>
                <a:gd name="connsiteX0" fmla="*/ 0 w 944715"/>
                <a:gd name="connsiteY0" fmla="*/ 658345 h 658345"/>
                <a:gd name="connsiteX1" fmla="*/ 426747 w 944715"/>
                <a:gd name="connsiteY1" fmla="*/ 607053 h 658345"/>
                <a:gd name="connsiteX2" fmla="*/ 728728 w 944715"/>
                <a:gd name="connsiteY2" fmla="*/ 469232 h 658345"/>
                <a:gd name="connsiteX3" fmla="*/ 903275 w 944715"/>
                <a:gd name="connsiteY3" fmla="*/ 261263 h 658345"/>
                <a:gd name="connsiteX4" fmla="*/ 944715 w 944715"/>
                <a:gd name="connsiteY4" fmla="*/ 0 h 658345"/>
                <a:gd name="connsiteX0" fmla="*/ 0 w 939914"/>
                <a:gd name="connsiteY0" fmla="*/ 662954 h 662954"/>
                <a:gd name="connsiteX1" fmla="*/ 426747 w 939914"/>
                <a:gd name="connsiteY1" fmla="*/ 611662 h 662954"/>
                <a:gd name="connsiteX2" fmla="*/ 728728 w 939914"/>
                <a:gd name="connsiteY2" fmla="*/ 473841 h 662954"/>
                <a:gd name="connsiteX3" fmla="*/ 903275 w 939914"/>
                <a:gd name="connsiteY3" fmla="*/ 265872 h 662954"/>
                <a:gd name="connsiteX4" fmla="*/ 939914 w 939914"/>
                <a:gd name="connsiteY4" fmla="*/ 0 h 662954"/>
                <a:gd name="connsiteX0" fmla="*/ 0 w 935112"/>
                <a:gd name="connsiteY0" fmla="*/ 660649 h 660649"/>
                <a:gd name="connsiteX1" fmla="*/ 426747 w 935112"/>
                <a:gd name="connsiteY1" fmla="*/ 609357 h 660649"/>
                <a:gd name="connsiteX2" fmla="*/ 728728 w 935112"/>
                <a:gd name="connsiteY2" fmla="*/ 471536 h 660649"/>
                <a:gd name="connsiteX3" fmla="*/ 903275 w 935112"/>
                <a:gd name="connsiteY3" fmla="*/ 263567 h 660649"/>
                <a:gd name="connsiteX4" fmla="*/ 935112 w 935112"/>
                <a:gd name="connsiteY4" fmla="*/ 0 h 660649"/>
                <a:gd name="connsiteX0" fmla="*/ 0 w 936444"/>
                <a:gd name="connsiteY0" fmla="*/ 660649 h 660649"/>
                <a:gd name="connsiteX1" fmla="*/ 426747 w 936444"/>
                <a:gd name="connsiteY1" fmla="*/ 609357 h 660649"/>
                <a:gd name="connsiteX2" fmla="*/ 728728 w 936444"/>
                <a:gd name="connsiteY2" fmla="*/ 471536 h 660649"/>
                <a:gd name="connsiteX3" fmla="*/ 903275 w 936444"/>
                <a:gd name="connsiteY3" fmla="*/ 263567 h 660649"/>
                <a:gd name="connsiteX4" fmla="*/ 935112 w 936444"/>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5398"/>
                <a:gd name="connsiteY0" fmla="*/ 660649 h 660649"/>
                <a:gd name="connsiteX1" fmla="*/ 426747 w 945398"/>
                <a:gd name="connsiteY1" fmla="*/ 609357 h 660649"/>
                <a:gd name="connsiteX2" fmla="*/ 728728 w 945398"/>
                <a:gd name="connsiteY2" fmla="*/ 471536 h 660649"/>
                <a:gd name="connsiteX3" fmla="*/ 903275 w 945398"/>
                <a:gd name="connsiteY3" fmla="*/ 263567 h 660649"/>
                <a:gd name="connsiteX4" fmla="*/ 944715 w 945398"/>
                <a:gd name="connsiteY4" fmla="*/ 0 h 660649"/>
                <a:gd name="connsiteX0" fmla="*/ 0 w 940838"/>
                <a:gd name="connsiteY0" fmla="*/ 656039 h 656039"/>
                <a:gd name="connsiteX1" fmla="*/ 426747 w 940838"/>
                <a:gd name="connsiteY1" fmla="*/ 604747 h 656039"/>
                <a:gd name="connsiteX2" fmla="*/ 728728 w 940838"/>
                <a:gd name="connsiteY2" fmla="*/ 466926 h 656039"/>
                <a:gd name="connsiteX3" fmla="*/ 903275 w 940838"/>
                <a:gd name="connsiteY3" fmla="*/ 258957 h 656039"/>
                <a:gd name="connsiteX4" fmla="*/ 939915 w 940838"/>
                <a:gd name="connsiteY4" fmla="*/ 0 h 656039"/>
                <a:gd name="connsiteX0" fmla="*/ 0 w 940839"/>
                <a:gd name="connsiteY0" fmla="*/ 660649 h 660649"/>
                <a:gd name="connsiteX1" fmla="*/ 426747 w 940839"/>
                <a:gd name="connsiteY1" fmla="*/ 609357 h 660649"/>
                <a:gd name="connsiteX2" fmla="*/ 728728 w 940839"/>
                <a:gd name="connsiteY2" fmla="*/ 471536 h 660649"/>
                <a:gd name="connsiteX3" fmla="*/ 903275 w 940839"/>
                <a:gd name="connsiteY3" fmla="*/ 263567 h 660649"/>
                <a:gd name="connsiteX4" fmla="*/ 939916 w 940839"/>
                <a:gd name="connsiteY4" fmla="*/ 0 h 660649"/>
                <a:gd name="connsiteX0" fmla="*/ 0 w 940840"/>
                <a:gd name="connsiteY0" fmla="*/ 667564 h 667564"/>
                <a:gd name="connsiteX1" fmla="*/ 426747 w 940840"/>
                <a:gd name="connsiteY1" fmla="*/ 616272 h 667564"/>
                <a:gd name="connsiteX2" fmla="*/ 728728 w 940840"/>
                <a:gd name="connsiteY2" fmla="*/ 478451 h 667564"/>
                <a:gd name="connsiteX3" fmla="*/ 903275 w 940840"/>
                <a:gd name="connsiteY3" fmla="*/ 270482 h 667564"/>
                <a:gd name="connsiteX4" fmla="*/ 939917 w 940840"/>
                <a:gd name="connsiteY4" fmla="*/ 0 h 667564"/>
                <a:gd name="connsiteX0" fmla="*/ 0 w 943106"/>
                <a:gd name="connsiteY0" fmla="*/ 660649 h 660649"/>
                <a:gd name="connsiteX1" fmla="*/ 426747 w 943106"/>
                <a:gd name="connsiteY1" fmla="*/ 609357 h 660649"/>
                <a:gd name="connsiteX2" fmla="*/ 728728 w 943106"/>
                <a:gd name="connsiteY2" fmla="*/ 471536 h 660649"/>
                <a:gd name="connsiteX3" fmla="*/ 903275 w 943106"/>
                <a:gd name="connsiteY3" fmla="*/ 263567 h 660649"/>
                <a:gd name="connsiteX4" fmla="*/ 942318 w 943106"/>
                <a:gd name="connsiteY4" fmla="*/ 0 h 660649"/>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3106"/>
                <a:gd name="connsiteY0" fmla="*/ 662954 h 662954"/>
                <a:gd name="connsiteX1" fmla="*/ 426747 w 943106"/>
                <a:gd name="connsiteY1" fmla="*/ 611662 h 662954"/>
                <a:gd name="connsiteX2" fmla="*/ 728728 w 943106"/>
                <a:gd name="connsiteY2" fmla="*/ 473841 h 662954"/>
                <a:gd name="connsiteX3" fmla="*/ 903275 w 943106"/>
                <a:gd name="connsiteY3" fmla="*/ 265872 h 662954"/>
                <a:gd name="connsiteX4" fmla="*/ 942318 w 943106"/>
                <a:gd name="connsiteY4" fmla="*/ 0 h 662954"/>
                <a:gd name="connsiteX0" fmla="*/ 0 w 945402"/>
                <a:gd name="connsiteY0" fmla="*/ 667563 h 667563"/>
                <a:gd name="connsiteX1" fmla="*/ 426747 w 945402"/>
                <a:gd name="connsiteY1" fmla="*/ 616271 h 667563"/>
                <a:gd name="connsiteX2" fmla="*/ 728728 w 945402"/>
                <a:gd name="connsiteY2" fmla="*/ 478450 h 667563"/>
                <a:gd name="connsiteX3" fmla="*/ 903275 w 945402"/>
                <a:gd name="connsiteY3" fmla="*/ 270481 h 667563"/>
                <a:gd name="connsiteX4" fmla="*/ 944719 w 945402"/>
                <a:gd name="connsiteY4" fmla="*/ 0 h 667563"/>
                <a:gd name="connsiteX0" fmla="*/ 0 w 936448"/>
                <a:gd name="connsiteY0" fmla="*/ 660648 h 660648"/>
                <a:gd name="connsiteX1" fmla="*/ 426747 w 936448"/>
                <a:gd name="connsiteY1" fmla="*/ 609356 h 660648"/>
                <a:gd name="connsiteX2" fmla="*/ 728728 w 936448"/>
                <a:gd name="connsiteY2" fmla="*/ 471535 h 660648"/>
                <a:gd name="connsiteX3" fmla="*/ 903275 w 936448"/>
                <a:gd name="connsiteY3" fmla="*/ 263566 h 660648"/>
                <a:gd name="connsiteX4" fmla="*/ 935117 w 936448"/>
                <a:gd name="connsiteY4" fmla="*/ 0 h 660648"/>
                <a:gd name="connsiteX0" fmla="*/ 0 w 943108"/>
                <a:gd name="connsiteY0" fmla="*/ 660648 h 660648"/>
                <a:gd name="connsiteX1" fmla="*/ 426747 w 943108"/>
                <a:gd name="connsiteY1" fmla="*/ 609356 h 660648"/>
                <a:gd name="connsiteX2" fmla="*/ 728728 w 943108"/>
                <a:gd name="connsiteY2" fmla="*/ 471535 h 660648"/>
                <a:gd name="connsiteX3" fmla="*/ 903275 w 943108"/>
                <a:gd name="connsiteY3" fmla="*/ 263566 h 660648"/>
                <a:gd name="connsiteX4" fmla="*/ 942320 w 943108"/>
                <a:gd name="connsiteY4" fmla="*/ 0 h 660648"/>
                <a:gd name="connsiteX0" fmla="*/ 0 w 942320"/>
                <a:gd name="connsiteY0" fmla="*/ 660648 h 660648"/>
                <a:gd name="connsiteX1" fmla="*/ 426747 w 942320"/>
                <a:gd name="connsiteY1" fmla="*/ 609356 h 660648"/>
                <a:gd name="connsiteX2" fmla="*/ 728728 w 942320"/>
                <a:gd name="connsiteY2" fmla="*/ 471535 h 660648"/>
                <a:gd name="connsiteX3" fmla="*/ 903275 w 942320"/>
                <a:gd name="connsiteY3" fmla="*/ 263566 h 660648"/>
                <a:gd name="connsiteX4" fmla="*/ 942320 w 942320"/>
                <a:gd name="connsiteY4" fmla="*/ 0 h 660648"/>
                <a:gd name="connsiteX0" fmla="*/ 0 w 942320"/>
                <a:gd name="connsiteY0" fmla="*/ 667563 h 667563"/>
                <a:gd name="connsiteX1" fmla="*/ 426747 w 942320"/>
                <a:gd name="connsiteY1" fmla="*/ 616271 h 667563"/>
                <a:gd name="connsiteX2" fmla="*/ 728728 w 942320"/>
                <a:gd name="connsiteY2" fmla="*/ 478450 h 667563"/>
                <a:gd name="connsiteX3" fmla="*/ 903275 w 942320"/>
                <a:gd name="connsiteY3" fmla="*/ 270481 h 667563"/>
                <a:gd name="connsiteX4" fmla="*/ 942320 w 942320"/>
                <a:gd name="connsiteY4" fmla="*/ 0 h 667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20" h="667563">
                  <a:moveTo>
                    <a:pt x="0" y="667563"/>
                  </a:moveTo>
                  <a:cubicBezTo>
                    <a:pt x="101071" y="662006"/>
                    <a:pt x="305292" y="647790"/>
                    <a:pt x="426747" y="616271"/>
                  </a:cubicBezTo>
                  <a:cubicBezTo>
                    <a:pt x="548202" y="584752"/>
                    <a:pt x="649307" y="536082"/>
                    <a:pt x="728728" y="478450"/>
                  </a:cubicBezTo>
                  <a:cubicBezTo>
                    <a:pt x="808149" y="420818"/>
                    <a:pt x="867676" y="350223"/>
                    <a:pt x="903275" y="270481"/>
                  </a:cubicBezTo>
                  <a:cubicBezTo>
                    <a:pt x="938874" y="190739"/>
                    <a:pt x="938555" y="153475"/>
                    <a:pt x="942320" y="0"/>
                  </a:cubicBezTo>
                </a:path>
              </a:pathLst>
            </a:cu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chibsted Grotesk Bold"/>
                <a:ea typeface="+mn-ea"/>
                <a:cs typeface="+mn-cs"/>
              </a:endParaRPr>
            </a:p>
          </p:txBody>
        </p:sp>
      </p:grpSp>
      <p:sp>
        <p:nvSpPr>
          <p:cNvPr id="15" name="Picture Placeholder 19">
            <a:extLst>
              <a:ext uri="{FF2B5EF4-FFF2-40B4-BE49-F238E27FC236}">
                <a16:creationId xmlns:a16="http://schemas.microsoft.com/office/drawing/2014/main" id="{AC0526FD-276B-C626-14A7-3043D64C6525}"/>
              </a:ext>
            </a:extLst>
          </p:cNvPr>
          <p:cNvSpPr>
            <a:spLocks noGrp="1"/>
          </p:cNvSpPr>
          <p:nvPr>
            <p:ph type="pic" sz="quarter" idx="20"/>
          </p:nvPr>
        </p:nvSpPr>
        <p:spPr>
          <a:xfrm>
            <a:off x="8785781" y="1159091"/>
            <a:ext cx="2279370" cy="1608872"/>
          </a:xfrm>
          <a:prstGeom prst="roundRect">
            <a:avLst/>
          </a:prstGeom>
          <a:pattFill prst="pct5">
            <a:fgClr>
              <a:schemeClr val="bg1"/>
            </a:fgClr>
            <a:bgClr>
              <a:schemeClr val="bg1">
                <a:lumMod val="75000"/>
              </a:schemeClr>
            </a:bgClr>
          </a:pattFill>
        </p:spPr>
        <p:txBody>
          <a:bodyPr lIns="0" tIns="0" rIns="0" bIns="0">
            <a:noAutofit/>
          </a:bodyPr>
          <a:lstStyle>
            <a:lvl1pPr marL="0" indent="0">
              <a:buFontTx/>
              <a:buNone/>
              <a:defRPr sz="1200" b="1" baseline="0">
                <a:solidFill>
                  <a:schemeClr val="tx1"/>
                </a:solidFill>
                <a:latin typeface="Schibsted Grotesk" pitchFamily="2" charset="0"/>
                <a:cs typeface="Schibsted Grotesk" pitchFamily="2" charset="0"/>
              </a:defRPr>
            </a:lvl1pPr>
          </a:lstStyle>
          <a:p>
            <a:pPr lvl="0"/>
            <a:endParaRPr lang="en-US" noProof="0"/>
          </a:p>
          <a:p>
            <a:pPr lvl="0"/>
            <a:r>
              <a:rPr lang="en-US" noProof="0"/>
              <a:t>Click icon to add picture</a:t>
            </a:r>
          </a:p>
        </p:txBody>
      </p:sp>
      <p:sp>
        <p:nvSpPr>
          <p:cNvPr id="18" name="Picture Placeholder 19">
            <a:extLst>
              <a:ext uri="{FF2B5EF4-FFF2-40B4-BE49-F238E27FC236}">
                <a16:creationId xmlns:a16="http://schemas.microsoft.com/office/drawing/2014/main" id="{73E3A124-681D-6890-F13F-2E6B50054575}"/>
              </a:ext>
            </a:extLst>
          </p:cNvPr>
          <p:cNvSpPr>
            <a:spLocks noGrp="1"/>
          </p:cNvSpPr>
          <p:nvPr>
            <p:ph type="pic" sz="quarter" idx="21"/>
          </p:nvPr>
        </p:nvSpPr>
        <p:spPr>
          <a:xfrm>
            <a:off x="8785781" y="5058840"/>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19" name="Picture Placeholder 19">
            <a:extLst>
              <a:ext uri="{FF2B5EF4-FFF2-40B4-BE49-F238E27FC236}">
                <a16:creationId xmlns:a16="http://schemas.microsoft.com/office/drawing/2014/main" id="{21D43A0F-149C-D4C6-F977-AD04BC090520}"/>
              </a:ext>
            </a:extLst>
          </p:cNvPr>
          <p:cNvSpPr>
            <a:spLocks noGrp="1"/>
          </p:cNvSpPr>
          <p:nvPr>
            <p:ph type="pic" sz="quarter" idx="22"/>
          </p:nvPr>
        </p:nvSpPr>
        <p:spPr>
          <a:xfrm>
            <a:off x="8785780" y="3104252"/>
            <a:ext cx="2279370" cy="1608872"/>
          </a:xfrm>
          <a:prstGeom prst="roundRect">
            <a:avLst/>
          </a:prstGeom>
          <a:pattFill prst="pct5">
            <a:fgClr>
              <a:schemeClr val="bg1"/>
            </a:fgClr>
            <a:bgClr>
              <a:schemeClr val="bg1">
                <a:lumMod val="75000"/>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en-US" sz="1200" b="1" baseline="0" noProof="0" dirty="0">
                <a:solidFill>
                  <a:schemeClr val="tx1"/>
                </a:solidFill>
                <a:latin typeface="Schibsted Grotesk" pitchFamily="2" charset="0"/>
                <a:cs typeface="Schibsted Grotesk" pitchFamily="2" charset="0"/>
              </a:defRPr>
            </a:lvl1pPr>
          </a:lstStyle>
          <a:p>
            <a:pPr marL="0" lvl="0" indent="0">
              <a:buFontTx/>
              <a:buNone/>
            </a:pPr>
            <a:endParaRPr lang="en-US" noProof="0"/>
          </a:p>
          <a:p>
            <a:pPr marL="0" lvl="0" indent="0">
              <a:buFontTx/>
              <a:buNone/>
            </a:pPr>
            <a:r>
              <a:rPr lang="en-US" noProof="0"/>
              <a:t>Click icon to add picture</a:t>
            </a:r>
          </a:p>
        </p:txBody>
      </p:sp>
      <p:sp>
        <p:nvSpPr>
          <p:cNvPr id="21" name="Content Placeholder 2">
            <a:extLst>
              <a:ext uri="{FF2B5EF4-FFF2-40B4-BE49-F238E27FC236}">
                <a16:creationId xmlns:a16="http://schemas.microsoft.com/office/drawing/2014/main" id="{5A8A3128-4F97-7F3B-29AB-B925E43E7DEF}"/>
              </a:ext>
            </a:extLst>
          </p:cNvPr>
          <p:cNvSpPr>
            <a:spLocks noGrp="1"/>
          </p:cNvSpPr>
          <p:nvPr>
            <p:ph idx="1"/>
          </p:nvPr>
        </p:nvSpPr>
        <p:spPr>
          <a:xfrm>
            <a:off x="838200" y="1532209"/>
            <a:ext cx="5035416" cy="4644754"/>
          </a:xfrm>
        </p:spPr>
        <p:txBody>
          <a:bodyPr/>
          <a:lstStyle>
            <a:lvl1pPr>
              <a:defRPr sz="1800" b="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22" name="Text Placeholder 2">
            <a:extLst>
              <a:ext uri="{FF2B5EF4-FFF2-40B4-BE49-F238E27FC236}">
                <a16:creationId xmlns:a16="http://schemas.microsoft.com/office/drawing/2014/main" id="{4E90F3AD-8458-F174-1F2E-61CB4FC0EEBC}"/>
              </a:ext>
            </a:extLst>
          </p:cNvPr>
          <p:cNvSpPr>
            <a:spLocks noGrp="1"/>
          </p:cNvSpPr>
          <p:nvPr>
            <p:ph type="body" idx="13" hasCustomPrompt="1"/>
          </p:nvPr>
        </p:nvSpPr>
        <p:spPr>
          <a:xfrm>
            <a:off x="836191" y="979715"/>
            <a:ext cx="5035416" cy="457200"/>
          </a:xfrm>
          <a:prstGeom prst="roundRect">
            <a:avLst/>
          </a:prstGeom>
        </p:spPr>
        <p:txBody>
          <a:bodyPr anchor="b"/>
          <a:lstStyle>
            <a:lvl1pPr marL="0" indent="0">
              <a:buNone/>
              <a:defRPr sz="2400" b="0">
                <a:latin typeface="Schibsted Grotesk Medium" pitchFamily="2" charset="0"/>
                <a:cs typeface="Schibsted Grotesk Medium"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sub-heading style</a:t>
            </a:r>
          </a:p>
        </p:txBody>
      </p:sp>
    </p:spTree>
    <p:extLst>
      <p:ext uri="{BB962C8B-B14F-4D97-AF65-F5344CB8AC3E}">
        <p14:creationId xmlns:p14="http://schemas.microsoft.com/office/powerpoint/2010/main" val="30702355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2"/>
        </a:solidFill>
        <a:effectLst/>
      </p:bgPr>
    </p:bg>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8208147A-7A59-A51D-66A4-F4D9B99BCF13}"/>
              </a:ext>
            </a:extLst>
          </p:cNvPr>
          <p:cNvSpPr/>
          <p:nvPr userDrawn="1"/>
        </p:nvSpPr>
        <p:spPr>
          <a:xfrm flipH="1">
            <a:off x="4981824" y="-6393"/>
            <a:ext cx="7229029" cy="5025715"/>
          </a:xfrm>
          <a:custGeom>
            <a:avLst/>
            <a:gdLst>
              <a:gd name="connsiteX0" fmla="*/ 0 w 7852229"/>
              <a:gd name="connsiteY0" fmla="*/ 0 h 5464629"/>
              <a:gd name="connsiteX1" fmla="*/ 7852229 w 7852229"/>
              <a:gd name="connsiteY1" fmla="*/ 0 h 5464629"/>
              <a:gd name="connsiteX2" fmla="*/ 7852229 w 7852229"/>
              <a:gd name="connsiteY2" fmla="*/ 5464629 h 5464629"/>
              <a:gd name="connsiteX3" fmla="*/ 0 w 7852229"/>
              <a:gd name="connsiteY3" fmla="*/ 5464629 h 5464629"/>
              <a:gd name="connsiteX4" fmla="*/ 0 w 7852229"/>
              <a:gd name="connsiteY4" fmla="*/ 0 h 5464629"/>
              <a:gd name="connsiteX0" fmla="*/ 0 w 7852229"/>
              <a:gd name="connsiteY0" fmla="*/ 0 h 5464629"/>
              <a:gd name="connsiteX1" fmla="*/ 7852229 w 7852229"/>
              <a:gd name="connsiteY1" fmla="*/ 0 h 5464629"/>
              <a:gd name="connsiteX2" fmla="*/ 7844971 w 7852229"/>
              <a:gd name="connsiteY2" fmla="*/ 4034971 h 5464629"/>
              <a:gd name="connsiteX3" fmla="*/ 7852229 w 7852229"/>
              <a:gd name="connsiteY3" fmla="*/ 5464629 h 5464629"/>
              <a:gd name="connsiteX4" fmla="*/ 0 w 7852229"/>
              <a:gd name="connsiteY4" fmla="*/ 5464629 h 5464629"/>
              <a:gd name="connsiteX5" fmla="*/ 0 w 7852229"/>
              <a:gd name="connsiteY5" fmla="*/ 0 h 5464629"/>
              <a:gd name="connsiteX0" fmla="*/ 0 w 7852229"/>
              <a:gd name="connsiteY0" fmla="*/ 0 h 5471886"/>
              <a:gd name="connsiteX1" fmla="*/ 7852229 w 7852229"/>
              <a:gd name="connsiteY1" fmla="*/ 0 h 5471886"/>
              <a:gd name="connsiteX2" fmla="*/ 7844971 w 7852229"/>
              <a:gd name="connsiteY2" fmla="*/ 4034971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7852229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86515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0 w 7852229"/>
              <a:gd name="connsiteY0" fmla="*/ 0 h 5471886"/>
              <a:gd name="connsiteX1" fmla="*/ 7852229 w 7852229"/>
              <a:gd name="connsiteY1" fmla="*/ 0 h 5471886"/>
              <a:gd name="connsiteX2" fmla="*/ 6313713 w 7852229"/>
              <a:gd name="connsiteY2" fmla="*/ 4049485 h 5471886"/>
              <a:gd name="connsiteX3" fmla="*/ 4528458 w 7852229"/>
              <a:gd name="connsiteY3" fmla="*/ 5464629 h 5471886"/>
              <a:gd name="connsiteX4" fmla="*/ 1415143 w 7852229"/>
              <a:gd name="connsiteY4" fmla="*/ 5471886 h 5471886"/>
              <a:gd name="connsiteX5" fmla="*/ 0 w 7852229"/>
              <a:gd name="connsiteY5" fmla="*/ 5464629 h 5471886"/>
              <a:gd name="connsiteX6" fmla="*/ 0 w 7852229"/>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71886"/>
              <a:gd name="connsiteX1" fmla="*/ 7859486 w 7859486"/>
              <a:gd name="connsiteY1" fmla="*/ 0 h 5471886"/>
              <a:gd name="connsiteX2" fmla="*/ 6320970 w 7859486"/>
              <a:gd name="connsiteY2" fmla="*/ 4049485 h 5471886"/>
              <a:gd name="connsiteX3" fmla="*/ 4535715 w 7859486"/>
              <a:gd name="connsiteY3" fmla="*/ 5464629 h 5471886"/>
              <a:gd name="connsiteX4" fmla="*/ 1422400 w 7859486"/>
              <a:gd name="connsiteY4" fmla="*/ 5471886 h 5471886"/>
              <a:gd name="connsiteX5" fmla="*/ 0 w 7859486"/>
              <a:gd name="connsiteY5" fmla="*/ 4782458 h 5471886"/>
              <a:gd name="connsiteX6" fmla="*/ 7257 w 7859486"/>
              <a:gd name="connsiteY6" fmla="*/ 0 h 5471886"/>
              <a:gd name="connsiteX0" fmla="*/ 7257 w 7859486"/>
              <a:gd name="connsiteY0" fmla="*/ 0 h 5493658"/>
              <a:gd name="connsiteX1" fmla="*/ 7859486 w 7859486"/>
              <a:gd name="connsiteY1" fmla="*/ 0 h 5493658"/>
              <a:gd name="connsiteX2" fmla="*/ 6320970 w 7859486"/>
              <a:gd name="connsiteY2" fmla="*/ 4049485 h 5493658"/>
              <a:gd name="connsiteX3" fmla="*/ 4535715 w 7859486"/>
              <a:gd name="connsiteY3" fmla="*/ 5464629 h 5493658"/>
              <a:gd name="connsiteX4" fmla="*/ 1632857 w 7859486"/>
              <a:gd name="connsiteY4" fmla="*/ 5493658 h 5493658"/>
              <a:gd name="connsiteX5" fmla="*/ 0 w 7859486"/>
              <a:gd name="connsiteY5" fmla="*/ 4782458 h 5493658"/>
              <a:gd name="connsiteX6" fmla="*/ 7257 w 7859486"/>
              <a:gd name="connsiteY6" fmla="*/ 0 h 5493658"/>
              <a:gd name="connsiteX0" fmla="*/ 7257 w 7859486"/>
              <a:gd name="connsiteY0" fmla="*/ 0 h 5464629"/>
              <a:gd name="connsiteX1" fmla="*/ 7859486 w 7859486"/>
              <a:gd name="connsiteY1" fmla="*/ 0 h 5464629"/>
              <a:gd name="connsiteX2" fmla="*/ 6320970 w 7859486"/>
              <a:gd name="connsiteY2" fmla="*/ 4049485 h 5464629"/>
              <a:gd name="connsiteX3" fmla="*/ 4535715 w 7859486"/>
              <a:gd name="connsiteY3" fmla="*/ 5464629 h 5464629"/>
              <a:gd name="connsiteX4" fmla="*/ 1516743 w 7859486"/>
              <a:gd name="connsiteY4" fmla="*/ 5457372 h 5464629"/>
              <a:gd name="connsiteX5" fmla="*/ 0 w 7859486"/>
              <a:gd name="connsiteY5" fmla="*/ 4782458 h 5464629"/>
              <a:gd name="connsiteX6" fmla="*/ 7257 w 7859486"/>
              <a:gd name="connsiteY6" fmla="*/ 0 h 546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9486" h="5464629">
                <a:moveTo>
                  <a:pt x="7257" y="0"/>
                </a:moveTo>
                <a:lnTo>
                  <a:pt x="7859486" y="0"/>
                </a:lnTo>
                <a:cubicBezTo>
                  <a:pt x="7320039" y="1446589"/>
                  <a:pt x="6816875" y="2733524"/>
                  <a:pt x="6320970" y="4049485"/>
                </a:cubicBezTo>
                <a:cubicBezTo>
                  <a:pt x="6033104" y="4765524"/>
                  <a:pt x="5396896" y="5445276"/>
                  <a:pt x="4535715" y="5464629"/>
                </a:cubicBezTo>
                <a:lnTo>
                  <a:pt x="1516743" y="5457372"/>
                </a:lnTo>
                <a:cubicBezTo>
                  <a:pt x="984552" y="5452534"/>
                  <a:pt x="488647" y="5346095"/>
                  <a:pt x="0" y="4782458"/>
                </a:cubicBezTo>
                <a:lnTo>
                  <a:pt x="7257"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11" name="Picture Placeholder 4">
            <a:extLst>
              <a:ext uri="{FF2B5EF4-FFF2-40B4-BE49-F238E27FC236}">
                <a16:creationId xmlns:a16="http://schemas.microsoft.com/office/drawing/2014/main" id="{6776259F-AF3D-CBA3-3C4A-5358714487CE}"/>
              </a:ext>
            </a:extLst>
          </p:cNvPr>
          <p:cNvSpPr>
            <a:spLocks noGrp="1"/>
          </p:cNvSpPr>
          <p:nvPr>
            <p:ph type="pic" sz="quarter" idx="14"/>
          </p:nvPr>
        </p:nvSpPr>
        <p:spPr>
          <a:xfrm>
            <a:off x="5722071" y="1325640"/>
            <a:ext cx="6488784" cy="5532361"/>
          </a:xfrm>
          <a:custGeom>
            <a:avLst/>
            <a:gdLst>
              <a:gd name="connsiteX0" fmla="*/ 0 w 6256337"/>
              <a:gd name="connsiteY0" fmla="*/ 0 h 6300787"/>
              <a:gd name="connsiteX1" fmla="*/ 6256337 w 6256337"/>
              <a:gd name="connsiteY1" fmla="*/ 0 h 6300787"/>
              <a:gd name="connsiteX2" fmla="*/ 6256337 w 6256337"/>
              <a:gd name="connsiteY2" fmla="*/ 6300787 h 6300787"/>
              <a:gd name="connsiteX3" fmla="*/ 0 w 6256337"/>
              <a:gd name="connsiteY3" fmla="*/ 6300787 h 6300787"/>
              <a:gd name="connsiteX4" fmla="*/ 0 w 6256337"/>
              <a:gd name="connsiteY4" fmla="*/ 0 h 6300787"/>
              <a:gd name="connsiteX0" fmla="*/ 627682 w 6256337"/>
              <a:gd name="connsiteY0" fmla="*/ 116237 h 6300787"/>
              <a:gd name="connsiteX1" fmla="*/ 6256337 w 6256337"/>
              <a:gd name="connsiteY1" fmla="*/ 0 h 6300787"/>
              <a:gd name="connsiteX2" fmla="*/ 6256337 w 6256337"/>
              <a:gd name="connsiteY2" fmla="*/ 6300787 h 6300787"/>
              <a:gd name="connsiteX3" fmla="*/ 0 w 6256337"/>
              <a:gd name="connsiteY3" fmla="*/ 6300787 h 6300787"/>
              <a:gd name="connsiteX4" fmla="*/ 627682 w 6256337"/>
              <a:gd name="connsiteY4" fmla="*/ 116237 h 6300787"/>
              <a:gd name="connsiteX0" fmla="*/ 1383005 w 7011660"/>
              <a:gd name="connsiteY0" fmla="*/ 116237 h 6300787"/>
              <a:gd name="connsiteX1" fmla="*/ 7011660 w 7011660"/>
              <a:gd name="connsiteY1" fmla="*/ 0 h 6300787"/>
              <a:gd name="connsiteX2" fmla="*/ 7011660 w 7011660"/>
              <a:gd name="connsiteY2" fmla="*/ 6300787 h 6300787"/>
              <a:gd name="connsiteX3" fmla="*/ 755323 w 7011660"/>
              <a:gd name="connsiteY3" fmla="*/ 6300787 h 6300787"/>
              <a:gd name="connsiteX4" fmla="*/ 1383005 w 7011660"/>
              <a:gd name="connsiteY4" fmla="*/ 116237 h 6300787"/>
              <a:gd name="connsiteX0" fmla="*/ 994183 w 6622838"/>
              <a:gd name="connsiteY0" fmla="*/ 116237 h 6331783"/>
              <a:gd name="connsiteX1" fmla="*/ 6622838 w 6622838"/>
              <a:gd name="connsiteY1" fmla="*/ 0 h 6331783"/>
              <a:gd name="connsiteX2" fmla="*/ 6622838 w 6622838"/>
              <a:gd name="connsiteY2" fmla="*/ 6300787 h 6331783"/>
              <a:gd name="connsiteX3" fmla="*/ 2063566 w 6622838"/>
              <a:gd name="connsiteY3" fmla="*/ 6331783 h 6331783"/>
              <a:gd name="connsiteX4" fmla="*/ 994183 w 6622838"/>
              <a:gd name="connsiteY4" fmla="*/ 116237 h 6331783"/>
              <a:gd name="connsiteX0" fmla="*/ 1155006 w 6783661"/>
              <a:gd name="connsiteY0" fmla="*/ 116237 h 6331783"/>
              <a:gd name="connsiteX1" fmla="*/ 6783661 w 6783661"/>
              <a:gd name="connsiteY1" fmla="*/ 0 h 6331783"/>
              <a:gd name="connsiteX2" fmla="*/ 6783661 w 6783661"/>
              <a:gd name="connsiteY2" fmla="*/ 6300787 h 6331783"/>
              <a:gd name="connsiteX3" fmla="*/ 2224389 w 6783661"/>
              <a:gd name="connsiteY3" fmla="*/ 6331783 h 6331783"/>
              <a:gd name="connsiteX4" fmla="*/ 1155006 w 6783661"/>
              <a:gd name="connsiteY4" fmla="*/ 116237 h 6331783"/>
              <a:gd name="connsiteX0" fmla="*/ 1542115 w 5799170"/>
              <a:gd name="connsiteY0" fmla="*/ 85241 h 6331783"/>
              <a:gd name="connsiteX1" fmla="*/ 5799170 w 5799170"/>
              <a:gd name="connsiteY1" fmla="*/ 0 h 6331783"/>
              <a:gd name="connsiteX2" fmla="*/ 5799170 w 5799170"/>
              <a:gd name="connsiteY2" fmla="*/ 6300787 h 6331783"/>
              <a:gd name="connsiteX3" fmla="*/ 1239898 w 5799170"/>
              <a:gd name="connsiteY3" fmla="*/ 6331783 h 6331783"/>
              <a:gd name="connsiteX4" fmla="*/ 1542115 w 5799170"/>
              <a:gd name="connsiteY4" fmla="*/ 85241 h 6331783"/>
              <a:gd name="connsiteX0" fmla="*/ 1542115 w 5799170"/>
              <a:gd name="connsiteY0" fmla="*/ 0 h 6246542"/>
              <a:gd name="connsiteX1" fmla="*/ 5791421 w 5799170"/>
              <a:gd name="connsiteY1" fmla="*/ 23247 h 6246542"/>
              <a:gd name="connsiteX2" fmla="*/ 5799170 w 5799170"/>
              <a:gd name="connsiteY2" fmla="*/ 6215546 h 6246542"/>
              <a:gd name="connsiteX3" fmla="*/ 1239898 w 5799170"/>
              <a:gd name="connsiteY3" fmla="*/ 6246542 h 6246542"/>
              <a:gd name="connsiteX4" fmla="*/ 1542115 w 5799170"/>
              <a:gd name="connsiteY4" fmla="*/ 0 h 6246542"/>
              <a:gd name="connsiteX0" fmla="*/ 1890165 w 6147220"/>
              <a:gd name="connsiteY0" fmla="*/ 0 h 6246542"/>
              <a:gd name="connsiteX1" fmla="*/ 6139471 w 6147220"/>
              <a:gd name="connsiteY1" fmla="*/ 23247 h 6246542"/>
              <a:gd name="connsiteX2" fmla="*/ 6147220 w 6147220"/>
              <a:gd name="connsiteY2" fmla="*/ 6215546 h 6246542"/>
              <a:gd name="connsiteX3" fmla="*/ 1587948 w 6147220"/>
              <a:gd name="connsiteY3" fmla="*/ 6246542 h 6246542"/>
              <a:gd name="connsiteX4" fmla="*/ 1890165 w 6147220"/>
              <a:gd name="connsiteY4" fmla="*/ 0 h 6246542"/>
              <a:gd name="connsiteX0" fmla="*/ 1705434 w 5962489"/>
              <a:gd name="connsiteY0" fmla="*/ 39 h 6246581"/>
              <a:gd name="connsiteX1" fmla="*/ 5954740 w 5962489"/>
              <a:gd name="connsiteY1" fmla="*/ 23286 h 6246581"/>
              <a:gd name="connsiteX2" fmla="*/ 5962489 w 5962489"/>
              <a:gd name="connsiteY2" fmla="*/ 6215585 h 6246581"/>
              <a:gd name="connsiteX3" fmla="*/ 1403217 w 5962489"/>
              <a:gd name="connsiteY3" fmla="*/ 6246581 h 6246581"/>
              <a:gd name="connsiteX4" fmla="*/ 1705434 w 5962489"/>
              <a:gd name="connsiteY4" fmla="*/ 39 h 6246581"/>
              <a:gd name="connsiteX0" fmla="*/ 1881192 w 5681047"/>
              <a:gd name="connsiteY0" fmla="*/ 41 h 6238834"/>
              <a:gd name="connsiteX1" fmla="*/ 5673298 w 5681047"/>
              <a:gd name="connsiteY1" fmla="*/ 15539 h 6238834"/>
              <a:gd name="connsiteX2" fmla="*/ 5681047 w 5681047"/>
              <a:gd name="connsiteY2" fmla="*/ 6207838 h 6238834"/>
              <a:gd name="connsiteX3" fmla="*/ 1121775 w 5681047"/>
              <a:gd name="connsiteY3" fmla="*/ 6238834 h 6238834"/>
              <a:gd name="connsiteX4" fmla="*/ 1881192 w 5681047"/>
              <a:gd name="connsiteY4" fmla="*/ 41 h 6238834"/>
              <a:gd name="connsiteX0" fmla="*/ 2307125 w 6106980"/>
              <a:gd name="connsiteY0" fmla="*/ 41 h 6238834"/>
              <a:gd name="connsiteX1" fmla="*/ 6099231 w 6106980"/>
              <a:gd name="connsiteY1" fmla="*/ 15539 h 6238834"/>
              <a:gd name="connsiteX2" fmla="*/ 6106980 w 6106980"/>
              <a:gd name="connsiteY2" fmla="*/ 6207838 h 6238834"/>
              <a:gd name="connsiteX3" fmla="*/ 1547708 w 6106980"/>
              <a:gd name="connsiteY3" fmla="*/ 6238834 h 6238834"/>
              <a:gd name="connsiteX4" fmla="*/ 2307125 w 6106980"/>
              <a:gd name="connsiteY4" fmla="*/ 41 h 6238834"/>
              <a:gd name="connsiteX0" fmla="*/ 2530427 w 5780092"/>
              <a:gd name="connsiteY0" fmla="*/ 41 h 6238834"/>
              <a:gd name="connsiteX1" fmla="*/ 5772343 w 5780092"/>
              <a:gd name="connsiteY1" fmla="*/ 15539 h 6238834"/>
              <a:gd name="connsiteX2" fmla="*/ 5780092 w 5780092"/>
              <a:gd name="connsiteY2" fmla="*/ 6207838 h 6238834"/>
              <a:gd name="connsiteX3" fmla="*/ 1220820 w 5780092"/>
              <a:gd name="connsiteY3" fmla="*/ 6238834 h 6238834"/>
              <a:gd name="connsiteX4" fmla="*/ 2530427 w 5780092"/>
              <a:gd name="connsiteY4" fmla="*/ 41 h 6238834"/>
              <a:gd name="connsiteX0" fmla="*/ 2867260 w 6116925"/>
              <a:gd name="connsiteY0" fmla="*/ 8541 h 6247334"/>
              <a:gd name="connsiteX1" fmla="*/ 6109176 w 6116925"/>
              <a:gd name="connsiteY1" fmla="*/ 24039 h 6247334"/>
              <a:gd name="connsiteX2" fmla="*/ 6116925 w 6116925"/>
              <a:gd name="connsiteY2" fmla="*/ 6216338 h 6247334"/>
              <a:gd name="connsiteX3" fmla="*/ 1557653 w 6116925"/>
              <a:gd name="connsiteY3" fmla="*/ 6247334 h 6247334"/>
              <a:gd name="connsiteX4" fmla="*/ 2867260 w 6116925"/>
              <a:gd name="connsiteY4" fmla="*/ 8541 h 6247334"/>
              <a:gd name="connsiteX0" fmla="*/ 2842431 w 6092096"/>
              <a:gd name="connsiteY0" fmla="*/ 8528 h 6255070"/>
              <a:gd name="connsiteX1" fmla="*/ 6084347 w 6092096"/>
              <a:gd name="connsiteY1" fmla="*/ 24026 h 6255070"/>
              <a:gd name="connsiteX2" fmla="*/ 6092096 w 6092096"/>
              <a:gd name="connsiteY2" fmla="*/ 6216325 h 6255070"/>
              <a:gd name="connsiteX3" fmla="*/ 1594817 w 6092096"/>
              <a:gd name="connsiteY3" fmla="*/ 6255070 h 6255070"/>
              <a:gd name="connsiteX4" fmla="*/ 2842431 w 6092096"/>
              <a:gd name="connsiteY4" fmla="*/ 8528 h 6255070"/>
              <a:gd name="connsiteX0" fmla="*/ 2798557 w 6048222"/>
              <a:gd name="connsiteY0" fmla="*/ 8541 h 6255083"/>
              <a:gd name="connsiteX1" fmla="*/ 6040473 w 6048222"/>
              <a:gd name="connsiteY1" fmla="*/ 24039 h 6255083"/>
              <a:gd name="connsiteX2" fmla="*/ 6048222 w 6048222"/>
              <a:gd name="connsiteY2" fmla="*/ 6216338 h 6255083"/>
              <a:gd name="connsiteX3" fmla="*/ 1550943 w 6048222"/>
              <a:gd name="connsiteY3" fmla="*/ 6255083 h 6255083"/>
              <a:gd name="connsiteX4" fmla="*/ 2798557 w 6048222"/>
              <a:gd name="connsiteY4" fmla="*/ 8541 h 6255083"/>
              <a:gd name="connsiteX0" fmla="*/ 2841061 w 6090726"/>
              <a:gd name="connsiteY0" fmla="*/ 1003 h 6247545"/>
              <a:gd name="connsiteX1" fmla="*/ 6082977 w 6090726"/>
              <a:gd name="connsiteY1" fmla="*/ 16501 h 6247545"/>
              <a:gd name="connsiteX2" fmla="*/ 6090726 w 6090726"/>
              <a:gd name="connsiteY2" fmla="*/ 6208800 h 6247545"/>
              <a:gd name="connsiteX3" fmla="*/ 1593447 w 6090726"/>
              <a:gd name="connsiteY3" fmla="*/ 6247545 h 6247545"/>
              <a:gd name="connsiteX4" fmla="*/ 2841061 w 6090726"/>
              <a:gd name="connsiteY4" fmla="*/ 1003 h 6247545"/>
              <a:gd name="connsiteX0" fmla="*/ 2484782 w 6780583"/>
              <a:gd name="connsiteY0" fmla="*/ 7749 h 6231044"/>
              <a:gd name="connsiteX1" fmla="*/ 6772834 w 6780583"/>
              <a:gd name="connsiteY1" fmla="*/ 0 h 6231044"/>
              <a:gd name="connsiteX2" fmla="*/ 6780583 w 6780583"/>
              <a:gd name="connsiteY2" fmla="*/ 6192299 h 6231044"/>
              <a:gd name="connsiteX3" fmla="*/ 2283304 w 6780583"/>
              <a:gd name="connsiteY3" fmla="*/ 6231044 h 6231044"/>
              <a:gd name="connsiteX4" fmla="*/ 2484782 w 6780583"/>
              <a:gd name="connsiteY4" fmla="*/ 7749 h 6231044"/>
              <a:gd name="connsiteX0" fmla="*/ 1750922 w 6046723"/>
              <a:gd name="connsiteY0" fmla="*/ 7749 h 6231044"/>
              <a:gd name="connsiteX1" fmla="*/ 6038974 w 6046723"/>
              <a:gd name="connsiteY1" fmla="*/ 0 h 6231044"/>
              <a:gd name="connsiteX2" fmla="*/ 6046723 w 6046723"/>
              <a:gd name="connsiteY2" fmla="*/ 6192299 h 6231044"/>
              <a:gd name="connsiteX3" fmla="*/ 1549444 w 6046723"/>
              <a:gd name="connsiteY3" fmla="*/ 6231044 h 6231044"/>
              <a:gd name="connsiteX4" fmla="*/ 1750922 w 6046723"/>
              <a:gd name="connsiteY4" fmla="*/ 7749 h 6231044"/>
              <a:gd name="connsiteX0" fmla="*/ 1768549 w 6064350"/>
              <a:gd name="connsiteY0" fmla="*/ 7749 h 6200047"/>
              <a:gd name="connsiteX1" fmla="*/ 6056601 w 6064350"/>
              <a:gd name="connsiteY1" fmla="*/ 0 h 6200047"/>
              <a:gd name="connsiteX2" fmla="*/ 6064350 w 6064350"/>
              <a:gd name="connsiteY2" fmla="*/ 6192299 h 6200047"/>
              <a:gd name="connsiteX3" fmla="*/ 1512827 w 6064350"/>
              <a:gd name="connsiteY3" fmla="*/ 6200047 h 6200047"/>
              <a:gd name="connsiteX4" fmla="*/ 1768549 w 6064350"/>
              <a:gd name="connsiteY4" fmla="*/ 7749 h 6200047"/>
              <a:gd name="connsiteX0" fmla="*/ 1951901 w 6247702"/>
              <a:gd name="connsiteY0" fmla="*/ 7749 h 6200047"/>
              <a:gd name="connsiteX1" fmla="*/ 6239953 w 6247702"/>
              <a:gd name="connsiteY1" fmla="*/ 0 h 6200047"/>
              <a:gd name="connsiteX2" fmla="*/ 6247702 w 6247702"/>
              <a:gd name="connsiteY2" fmla="*/ 6192299 h 6200047"/>
              <a:gd name="connsiteX3" fmla="*/ 1696179 w 6247702"/>
              <a:gd name="connsiteY3" fmla="*/ 6200047 h 6200047"/>
              <a:gd name="connsiteX4" fmla="*/ 1951901 w 6247702"/>
              <a:gd name="connsiteY4" fmla="*/ 7749 h 6200047"/>
              <a:gd name="connsiteX0" fmla="*/ 1827370 w 6123171"/>
              <a:gd name="connsiteY0" fmla="*/ 7749 h 6200047"/>
              <a:gd name="connsiteX1" fmla="*/ 6115422 w 6123171"/>
              <a:gd name="connsiteY1" fmla="*/ 0 h 6200047"/>
              <a:gd name="connsiteX2" fmla="*/ 6123171 w 6123171"/>
              <a:gd name="connsiteY2" fmla="*/ 6192299 h 6200047"/>
              <a:gd name="connsiteX3" fmla="*/ 1571648 w 6123171"/>
              <a:gd name="connsiteY3" fmla="*/ 6200047 h 6200047"/>
              <a:gd name="connsiteX4" fmla="*/ 1827370 w 6123171"/>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822529 w 6118330"/>
              <a:gd name="connsiteY0" fmla="*/ 7749 h 6200047"/>
              <a:gd name="connsiteX1" fmla="*/ 6110581 w 6118330"/>
              <a:gd name="connsiteY1" fmla="*/ 0 h 6200047"/>
              <a:gd name="connsiteX2" fmla="*/ 6118330 w 6118330"/>
              <a:gd name="connsiteY2" fmla="*/ 6192299 h 6200047"/>
              <a:gd name="connsiteX3" fmla="*/ 1566807 w 6118330"/>
              <a:gd name="connsiteY3" fmla="*/ 6200047 h 6200047"/>
              <a:gd name="connsiteX4" fmla="*/ 1822529 w 6118330"/>
              <a:gd name="connsiteY4" fmla="*/ 7749 h 6200047"/>
              <a:gd name="connsiteX0" fmla="*/ 1654188 w 5949989"/>
              <a:gd name="connsiteY0" fmla="*/ 7749 h 6200047"/>
              <a:gd name="connsiteX1" fmla="*/ 5942240 w 5949989"/>
              <a:gd name="connsiteY1" fmla="*/ 0 h 6200047"/>
              <a:gd name="connsiteX2" fmla="*/ 5949989 w 5949989"/>
              <a:gd name="connsiteY2" fmla="*/ 6192299 h 6200047"/>
              <a:gd name="connsiteX3" fmla="*/ 1398466 w 5949989"/>
              <a:gd name="connsiteY3" fmla="*/ 6200047 h 6200047"/>
              <a:gd name="connsiteX4" fmla="*/ 2778 w 5949989"/>
              <a:gd name="connsiteY4" fmla="*/ 3275872 h 6200047"/>
              <a:gd name="connsiteX5" fmla="*/ 1654188 w 5949989"/>
              <a:gd name="connsiteY5" fmla="*/ 7749 h 6200047"/>
              <a:gd name="connsiteX0" fmla="*/ 2151410 w 6447211"/>
              <a:gd name="connsiteY0" fmla="*/ 7749 h 6200047"/>
              <a:gd name="connsiteX1" fmla="*/ 6439462 w 6447211"/>
              <a:gd name="connsiteY1" fmla="*/ 0 h 6200047"/>
              <a:gd name="connsiteX2" fmla="*/ 6447211 w 6447211"/>
              <a:gd name="connsiteY2" fmla="*/ 6192299 h 6200047"/>
              <a:gd name="connsiteX3" fmla="*/ 1895688 w 6447211"/>
              <a:gd name="connsiteY3" fmla="*/ 6200047 h 6200047"/>
              <a:gd name="connsiteX4" fmla="*/ 500000 w 6447211"/>
              <a:gd name="connsiteY4" fmla="*/ 3275872 h 6200047"/>
              <a:gd name="connsiteX5" fmla="*/ 2151410 w 6447211"/>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92178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177509 w 6473310"/>
              <a:gd name="connsiteY0" fmla="*/ 7749 h 6200047"/>
              <a:gd name="connsiteX1" fmla="*/ 6465561 w 6473310"/>
              <a:gd name="connsiteY1" fmla="*/ 0 h 6200047"/>
              <a:gd name="connsiteX2" fmla="*/ 6473310 w 6473310"/>
              <a:gd name="connsiteY2" fmla="*/ 6192299 h 6200047"/>
              <a:gd name="connsiteX3" fmla="*/ 1483637 w 6473310"/>
              <a:gd name="connsiteY3" fmla="*/ 6200047 h 6200047"/>
              <a:gd name="connsiteX4" fmla="*/ 526099 w 6473310"/>
              <a:gd name="connsiteY4" fmla="*/ 3275872 h 6200047"/>
              <a:gd name="connsiteX5" fmla="*/ 2177509 w 6473310"/>
              <a:gd name="connsiteY5" fmla="*/ 7749 h 6200047"/>
              <a:gd name="connsiteX0" fmla="*/ 2464942 w 6760743"/>
              <a:gd name="connsiteY0" fmla="*/ 7749 h 6200047"/>
              <a:gd name="connsiteX1" fmla="*/ 6752994 w 6760743"/>
              <a:gd name="connsiteY1" fmla="*/ 0 h 6200047"/>
              <a:gd name="connsiteX2" fmla="*/ 6760743 w 6760743"/>
              <a:gd name="connsiteY2" fmla="*/ 6192299 h 6200047"/>
              <a:gd name="connsiteX3" fmla="*/ 1771070 w 6760743"/>
              <a:gd name="connsiteY3" fmla="*/ 6200047 h 6200047"/>
              <a:gd name="connsiteX4" fmla="*/ 261082 w 6760743"/>
              <a:gd name="connsiteY4" fmla="*/ 2304322 h 6200047"/>
              <a:gd name="connsiteX5" fmla="*/ 2464942 w 6760743"/>
              <a:gd name="connsiteY5" fmla="*/ 7749 h 6200047"/>
              <a:gd name="connsiteX0" fmla="*/ 2587995 w 6883796"/>
              <a:gd name="connsiteY0" fmla="*/ 7749 h 6200047"/>
              <a:gd name="connsiteX1" fmla="*/ 6876047 w 6883796"/>
              <a:gd name="connsiteY1" fmla="*/ 0 h 6200047"/>
              <a:gd name="connsiteX2" fmla="*/ 6883796 w 6883796"/>
              <a:gd name="connsiteY2" fmla="*/ 6192299 h 6200047"/>
              <a:gd name="connsiteX3" fmla="*/ 1894123 w 6883796"/>
              <a:gd name="connsiteY3" fmla="*/ 6200047 h 6200047"/>
              <a:gd name="connsiteX4" fmla="*/ 384135 w 6883796"/>
              <a:gd name="connsiteY4" fmla="*/ 2304322 h 6200047"/>
              <a:gd name="connsiteX5" fmla="*/ 2587995 w 6883796"/>
              <a:gd name="connsiteY5" fmla="*/ 7749 h 6200047"/>
              <a:gd name="connsiteX0" fmla="*/ 2624170 w 6919971"/>
              <a:gd name="connsiteY0" fmla="*/ 7749 h 6200047"/>
              <a:gd name="connsiteX1" fmla="*/ 6912222 w 6919971"/>
              <a:gd name="connsiteY1" fmla="*/ 0 h 6200047"/>
              <a:gd name="connsiteX2" fmla="*/ 6919971 w 6919971"/>
              <a:gd name="connsiteY2" fmla="*/ 6192299 h 6200047"/>
              <a:gd name="connsiteX3" fmla="*/ 1930298 w 6919971"/>
              <a:gd name="connsiteY3" fmla="*/ 6200047 h 6200047"/>
              <a:gd name="connsiteX4" fmla="*/ 420310 w 6919971"/>
              <a:gd name="connsiteY4" fmla="*/ 2304322 h 6200047"/>
              <a:gd name="connsiteX5" fmla="*/ 2624170 w 6919971"/>
              <a:gd name="connsiteY5" fmla="*/ 7749 h 6200047"/>
              <a:gd name="connsiteX0" fmla="*/ 2327784 w 6623585"/>
              <a:gd name="connsiteY0" fmla="*/ 7749 h 6200047"/>
              <a:gd name="connsiteX1" fmla="*/ 6615836 w 6623585"/>
              <a:gd name="connsiteY1" fmla="*/ 0 h 6200047"/>
              <a:gd name="connsiteX2" fmla="*/ 6623585 w 6623585"/>
              <a:gd name="connsiteY2" fmla="*/ 6192299 h 6200047"/>
              <a:gd name="connsiteX3" fmla="*/ 1633912 w 6623585"/>
              <a:gd name="connsiteY3" fmla="*/ 6200047 h 6200047"/>
              <a:gd name="connsiteX4" fmla="*/ 123924 w 6623585"/>
              <a:gd name="connsiteY4" fmla="*/ 2304322 h 6200047"/>
              <a:gd name="connsiteX5" fmla="*/ 2327784 w 6623585"/>
              <a:gd name="connsiteY5" fmla="*/ 7749 h 6200047"/>
              <a:gd name="connsiteX0" fmla="*/ 2308527 w 6604328"/>
              <a:gd name="connsiteY0" fmla="*/ 7749 h 6200047"/>
              <a:gd name="connsiteX1" fmla="*/ 6596579 w 6604328"/>
              <a:gd name="connsiteY1" fmla="*/ 0 h 6200047"/>
              <a:gd name="connsiteX2" fmla="*/ 6604328 w 6604328"/>
              <a:gd name="connsiteY2" fmla="*/ 6192299 h 6200047"/>
              <a:gd name="connsiteX3" fmla="*/ 1614655 w 6604328"/>
              <a:gd name="connsiteY3" fmla="*/ 6200047 h 6200047"/>
              <a:gd name="connsiteX4" fmla="*/ 104667 w 6604328"/>
              <a:gd name="connsiteY4" fmla="*/ 2304322 h 6200047"/>
              <a:gd name="connsiteX5" fmla="*/ 2308527 w 6604328"/>
              <a:gd name="connsiteY5" fmla="*/ 7749 h 6200047"/>
              <a:gd name="connsiteX0" fmla="*/ 2186436 w 6482237"/>
              <a:gd name="connsiteY0" fmla="*/ 191187 h 6383485"/>
              <a:gd name="connsiteX1" fmla="*/ 6474488 w 6482237"/>
              <a:gd name="connsiteY1" fmla="*/ 183438 h 6383485"/>
              <a:gd name="connsiteX2" fmla="*/ 6482237 w 6482237"/>
              <a:gd name="connsiteY2" fmla="*/ 6375737 h 6383485"/>
              <a:gd name="connsiteX3" fmla="*/ 1492564 w 6482237"/>
              <a:gd name="connsiteY3" fmla="*/ 6383485 h 6383485"/>
              <a:gd name="connsiteX4" fmla="*/ 39726 w 6482237"/>
              <a:gd name="connsiteY4" fmla="*/ 2744935 h 6383485"/>
              <a:gd name="connsiteX5" fmla="*/ 2186436 w 6482237"/>
              <a:gd name="connsiteY5" fmla="*/ 191187 h 6383485"/>
              <a:gd name="connsiteX0" fmla="*/ 2240494 w 6536295"/>
              <a:gd name="connsiteY0" fmla="*/ 7749 h 6200047"/>
              <a:gd name="connsiteX1" fmla="*/ 6528546 w 6536295"/>
              <a:gd name="connsiteY1" fmla="*/ 0 h 6200047"/>
              <a:gd name="connsiteX2" fmla="*/ 6536295 w 6536295"/>
              <a:gd name="connsiteY2" fmla="*/ 6192299 h 6200047"/>
              <a:gd name="connsiteX3" fmla="*/ 1546622 w 6536295"/>
              <a:gd name="connsiteY3" fmla="*/ 6200047 h 6200047"/>
              <a:gd name="connsiteX4" fmla="*/ 93784 w 6536295"/>
              <a:gd name="connsiteY4" fmla="*/ 2561497 h 6200047"/>
              <a:gd name="connsiteX5" fmla="*/ 2240494 w 6536295"/>
              <a:gd name="connsiteY5" fmla="*/ 7749 h 6200047"/>
              <a:gd name="connsiteX0" fmla="*/ 2297185 w 6592986"/>
              <a:gd name="connsiteY0" fmla="*/ 7749 h 6200047"/>
              <a:gd name="connsiteX1" fmla="*/ 6585237 w 6592986"/>
              <a:gd name="connsiteY1" fmla="*/ 0 h 6200047"/>
              <a:gd name="connsiteX2" fmla="*/ 6592986 w 6592986"/>
              <a:gd name="connsiteY2" fmla="*/ 6192299 h 6200047"/>
              <a:gd name="connsiteX3" fmla="*/ 1603313 w 6592986"/>
              <a:gd name="connsiteY3" fmla="*/ 6200047 h 6200047"/>
              <a:gd name="connsiteX4" fmla="*/ 150475 w 6592986"/>
              <a:gd name="connsiteY4" fmla="*/ 2561497 h 6200047"/>
              <a:gd name="connsiteX5" fmla="*/ 2297185 w 6592986"/>
              <a:gd name="connsiteY5" fmla="*/ 7749 h 6200047"/>
              <a:gd name="connsiteX0" fmla="*/ 2257144 w 6552945"/>
              <a:gd name="connsiteY0" fmla="*/ 7749 h 6200047"/>
              <a:gd name="connsiteX1" fmla="*/ 6545196 w 6552945"/>
              <a:gd name="connsiteY1" fmla="*/ 0 h 6200047"/>
              <a:gd name="connsiteX2" fmla="*/ 6552945 w 6552945"/>
              <a:gd name="connsiteY2" fmla="*/ 6192299 h 6200047"/>
              <a:gd name="connsiteX3" fmla="*/ 1563272 w 6552945"/>
              <a:gd name="connsiteY3" fmla="*/ 6200047 h 6200047"/>
              <a:gd name="connsiteX4" fmla="*/ 110434 w 6552945"/>
              <a:gd name="connsiteY4" fmla="*/ 2561497 h 6200047"/>
              <a:gd name="connsiteX5" fmla="*/ 2257144 w 6552945"/>
              <a:gd name="connsiteY5" fmla="*/ 7749 h 6200047"/>
              <a:gd name="connsiteX0" fmla="*/ 1565948 w 6442774"/>
              <a:gd name="connsiteY0" fmla="*/ 17274 h 6200047"/>
              <a:gd name="connsiteX1" fmla="*/ 6435025 w 6442774"/>
              <a:gd name="connsiteY1" fmla="*/ 0 h 6200047"/>
              <a:gd name="connsiteX2" fmla="*/ 6442774 w 6442774"/>
              <a:gd name="connsiteY2" fmla="*/ 6192299 h 6200047"/>
              <a:gd name="connsiteX3" fmla="*/ 1453101 w 6442774"/>
              <a:gd name="connsiteY3" fmla="*/ 6200047 h 6200047"/>
              <a:gd name="connsiteX4" fmla="*/ 263 w 6442774"/>
              <a:gd name="connsiteY4" fmla="*/ 2561497 h 6200047"/>
              <a:gd name="connsiteX5" fmla="*/ 1565948 w 6442774"/>
              <a:gd name="connsiteY5" fmla="*/ 17274 h 6200047"/>
              <a:gd name="connsiteX0" fmla="*/ 1714622 w 6591448"/>
              <a:gd name="connsiteY0" fmla="*/ 17274 h 6200047"/>
              <a:gd name="connsiteX1" fmla="*/ 6583699 w 6591448"/>
              <a:gd name="connsiteY1" fmla="*/ 0 h 6200047"/>
              <a:gd name="connsiteX2" fmla="*/ 6591448 w 6591448"/>
              <a:gd name="connsiteY2" fmla="*/ 6192299 h 6200047"/>
              <a:gd name="connsiteX3" fmla="*/ 1601775 w 6591448"/>
              <a:gd name="connsiteY3" fmla="*/ 6200047 h 6200047"/>
              <a:gd name="connsiteX4" fmla="*/ 148937 w 6591448"/>
              <a:gd name="connsiteY4" fmla="*/ 2561497 h 6200047"/>
              <a:gd name="connsiteX5" fmla="*/ 1714622 w 6591448"/>
              <a:gd name="connsiteY5" fmla="*/ 17274 h 6200047"/>
              <a:gd name="connsiteX0" fmla="*/ 1650126 w 6526952"/>
              <a:gd name="connsiteY0" fmla="*/ 195115 h 6377888"/>
              <a:gd name="connsiteX1" fmla="*/ 6519203 w 6526952"/>
              <a:gd name="connsiteY1" fmla="*/ 177841 h 6377888"/>
              <a:gd name="connsiteX2" fmla="*/ 6526952 w 6526952"/>
              <a:gd name="connsiteY2" fmla="*/ 6370140 h 6377888"/>
              <a:gd name="connsiteX3" fmla="*/ 1537279 w 6526952"/>
              <a:gd name="connsiteY3" fmla="*/ 6377888 h 6377888"/>
              <a:gd name="connsiteX4" fmla="*/ 84441 w 6526952"/>
              <a:gd name="connsiteY4" fmla="*/ 2767913 h 6377888"/>
              <a:gd name="connsiteX5" fmla="*/ 1650126 w 6526952"/>
              <a:gd name="connsiteY5" fmla="*/ 195115 h 6377888"/>
              <a:gd name="connsiteX0" fmla="*/ 1682905 w 6559731"/>
              <a:gd name="connsiteY0" fmla="*/ 18367 h 6201140"/>
              <a:gd name="connsiteX1" fmla="*/ 6551982 w 6559731"/>
              <a:gd name="connsiteY1" fmla="*/ 1093 h 6201140"/>
              <a:gd name="connsiteX2" fmla="*/ 6559731 w 6559731"/>
              <a:gd name="connsiteY2" fmla="*/ 6193392 h 6201140"/>
              <a:gd name="connsiteX3" fmla="*/ 1570058 w 6559731"/>
              <a:gd name="connsiteY3" fmla="*/ 6201140 h 6201140"/>
              <a:gd name="connsiteX4" fmla="*/ 117220 w 6559731"/>
              <a:gd name="connsiteY4" fmla="*/ 2591165 h 6201140"/>
              <a:gd name="connsiteX5" fmla="*/ 1682905 w 6559731"/>
              <a:gd name="connsiteY5" fmla="*/ 18367 h 6201140"/>
              <a:gd name="connsiteX0" fmla="*/ 1645859 w 6522685"/>
              <a:gd name="connsiteY0" fmla="*/ 188719 h 6371492"/>
              <a:gd name="connsiteX1" fmla="*/ 6095836 w 6522685"/>
              <a:gd name="connsiteY1" fmla="*/ 190495 h 6371492"/>
              <a:gd name="connsiteX2" fmla="*/ 6522685 w 6522685"/>
              <a:gd name="connsiteY2" fmla="*/ 6363744 h 6371492"/>
              <a:gd name="connsiteX3" fmla="*/ 1533012 w 6522685"/>
              <a:gd name="connsiteY3" fmla="*/ 6371492 h 6371492"/>
              <a:gd name="connsiteX4" fmla="*/ 80174 w 6522685"/>
              <a:gd name="connsiteY4" fmla="*/ 2761517 h 6371492"/>
              <a:gd name="connsiteX5" fmla="*/ 1645859 w 6522685"/>
              <a:gd name="connsiteY5" fmla="*/ 188719 h 6371492"/>
              <a:gd name="connsiteX0" fmla="*/ 1645859 w 6103585"/>
              <a:gd name="connsiteY0" fmla="*/ 188719 h 6392319"/>
              <a:gd name="connsiteX1" fmla="*/ 6095836 w 6103585"/>
              <a:gd name="connsiteY1" fmla="*/ 190495 h 6392319"/>
              <a:gd name="connsiteX2" fmla="*/ 6103585 w 6103585"/>
              <a:gd name="connsiteY2" fmla="*/ 6392319 h 6392319"/>
              <a:gd name="connsiteX3" fmla="*/ 1533012 w 6103585"/>
              <a:gd name="connsiteY3" fmla="*/ 6371492 h 6392319"/>
              <a:gd name="connsiteX4" fmla="*/ 80174 w 6103585"/>
              <a:gd name="connsiteY4" fmla="*/ 2761517 h 6392319"/>
              <a:gd name="connsiteX5" fmla="*/ 1645859 w 6103585"/>
              <a:gd name="connsiteY5" fmla="*/ 188719 h 6392319"/>
              <a:gd name="connsiteX0" fmla="*/ 1655695 w 6113421"/>
              <a:gd name="connsiteY0" fmla="*/ 11087 h 6214687"/>
              <a:gd name="connsiteX1" fmla="*/ 6105672 w 6113421"/>
              <a:gd name="connsiteY1" fmla="*/ 12863 h 6214687"/>
              <a:gd name="connsiteX2" fmla="*/ 6113421 w 6113421"/>
              <a:gd name="connsiteY2" fmla="*/ 6214687 h 6214687"/>
              <a:gd name="connsiteX3" fmla="*/ 1542848 w 6113421"/>
              <a:gd name="connsiteY3" fmla="*/ 6193860 h 6214687"/>
              <a:gd name="connsiteX4" fmla="*/ 90010 w 6113421"/>
              <a:gd name="connsiteY4" fmla="*/ 2583885 h 6214687"/>
              <a:gd name="connsiteX5" fmla="*/ 1655695 w 6113421"/>
              <a:gd name="connsiteY5" fmla="*/ 11087 h 6214687"/>
              <a:gd name="connsiteX0" fmla="*/ 1673847 w 6131573"/>
              <a:gd name="connsiteY0" fmla="*/ 15276 h 6218876"/>
              <a:gd name="connsiteX1" fmla="*/ 6123824 w 6131573"/>
              <a:gd name="connsiteY1" fmla="*/ 17052 h 6218876"/>
              <a:gd name="connsiteX2" fmla="*/ 6131573 w 6131573"/>
              <a:gd name="connsiteY2" fmla="*/ 6218876 h 6218876"/>
              <a:gd name="connsiteX3" fmla="*/ 1561000 w 6131573"/>
              <a:gd name="connsiteY3" fmla="*/ 6198049 h 6218876"/>
              <a:gd name="connsiteX4" fmla="*/ 108162 w 6131573"/>
              <a:gd name="connsiteY4" fmla="*/ 2588074 h 6218876"/>
              <a:gd name="connsiteX5" fmla="*/ 1673847 w 6131573"/>
              <a:gd name="connsiteY5" fmla="*/ 15276 h 6218876"/>
              <a:gd name="connsiteX0" fmla="*/ 1682562 w 6140288"/>
              <a:gd name="connsiteY0" fmla="*/ 6934 h 6210534"/>
              <a:gd name="connsiteX1" fmla="*/ 6132539 w 6140288"/>
              <a:gd name="connsiteY1" fmla="*/ 8710 h 6210534"/>
              <a:gd name="connsiteX2" fmla="*/ 6140288 w 6140288"/>
              <a:gd name="connsiteY2" fmla="*/ 6210534 h 6210534"/>
              <a:gd name="connsiteX3" fmla="*/ 1569715 w 6140288"/>
              <a:gd name="connsiteY3" fmla="*/ 6189707 h 6210534"/>
              <a:gd name="connsiteX4" fmla="*/ 116877 w 6140288"/>
              <a:gd name="connsiteY4" fmla="*/ 2579732 h 6210534"/>
              <a:gd name="connsiteX5" fmla="*/ 1682562 w 6140288"/>
              <a:gd name="connsiteY5" fmla="*/ 6934 h 6210534"/>
              <a:gd name="connsiteX0" fmla="*/ 1645738 w 6103464"/>
              <a:gd name="connsiteY0" fmla="*/ 674629 h 6878229"/>
              <a:gd name="connsiteX1" fmla="*/ 6083189 w 6103464"/>
              <a:gd name="connsiteY1" fmla="*/ 0 h 6878229"/>
              <a:gd name="connsiteX2" fmla="*/ 6103464 w 6103464"/>
              <a:gd name="connsiteY2" fmla="*/ 6878229 h 6878229"/>
              <a:gd name="connsiteX3" fmla="*/ 1532891 w 6103464"/>
              <a:gd name="connsiteY3" fmla="*/ 6857402 h 6878229"/>
              <a:gd name="connsiteX4" fmla="*/ 80053 w 6103464"/>
              <a:gd name="connsiteY4" fmla="*/ 3247427 h 6878229"/>
              <a:gd name="connsiteX5" fmla="*/ 1645738 w 6103464"/>
              <a:gd name="connsiteY5" fmla="*/ 674629 h 6878229"/>
              <a:gd name="connsiteX0" fmla="*/ 2736124 w 7193850"/>
              <a:gd name="connsiteY0" fmla="*/ 674629 h 6878229"/>
              <a:gd name="connsiteX1" fmla="*/ 7173575 w 7193850"/>
              <a:gd name="connsiteY1" fmla="*/ 0 h 6878229"/>
              <a:gd name="connsiteX2" fmla="*/ 7193850 w 7193850"/>
              <a:gd name="connsiteY2" fmla="*/ 6878229 h 6878229"/>
              <a:gd name="connsiteX3" fmla="*/ 118071 w 7193850"/>
              <a:gd name="connsiteY3" fmla="*/ 6876191 h 6878229"/>
              <a:gd name="connsiteX4" fmla="*/ 1170439 w 7193850"/>
              <a:gd name="connsiteY4" fmla="*/ 3247427 h 6878229"/>
              <a:gd name="connsiteX5" fmla="*/ 2736124 w 7193850"/>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052368 w 7075779"/>
              <a:gd name="connsiteY4" fmla="*/ 3247427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2530439 w 7075779"/>
              <a:gd name="connsiteY4" fmla="*/ 2928013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2618053 w 7075779"/>
              <a:gd name="connsiteY0" fmla="*/ 674629 h 6878229"/>
              <a:gd name="connsiteX1" fmla="*/ 7055504 w 7075779"/>
              <a:gd name="connsiteY1" fmla="*/ 0 h 6878229"/>
              <a:gd name="connsiteX2" fmla="*/ 7075779 w 7075779"/>
              <a:gd name="connsiteY2" fmla="*/ 6878229 h 6878229"/>
              <a:gd name="connsiteX3" fmla="*/ 0 w 7075779"/>
              <a:gd name="connsiteY3" fmla="*/ 6876191 h 6878229"/>
              <a:gd name="connsiteX4" fmla="*/ 1540883 w 7075779"/>
              <a:gd name="connsiteY4" fmla="*/ 2715071 h 6878229"/>
              <a:gd name="connsiteX5" fmla="*/ 2618053 w 7075779"/>
              <a:gd name="connsiteY5" fmla="*/ 674629 h 6878229"/>
              <a:gd name="connsiteX0" fmla="*/ 1359187 w 7075779"/>
              <a:gd name="connsiteY0" fmla="*/ 197801 h 7084070"/>
              <a:gd name="connsiteX1" fmla="*/ 7055504 w 7075779"/>
              <a:gd name="connsiteY1" fmla="*/ 205841 h 7084070"/>
              <a:gd name="connsiteX2" fmla="*/ 7075779 w 7075779"/>
              <a:gd name="connsiteY2" fmla="*/ 7084070 h 7084070"/>
              <a:gd name="connsiteX3" fmla="*/ 0 w 7075779"/>
              <a:gd name="connsiteY3" fmla="*/ 7082032 h 7084070"/>
              <a:gd name="connsiteX4" fmla="*/ 1540883 w 7075779"/>
              <a:gd name="connsiteY4" fmla="*/ 2920912 h 7084070"/>
              <a:gd name="connsiteX5" fmla="*/ 1359187 w 7075779"/>
              <a:gd name="connsiteY5" fmla="*/ 197801 h 7084070"/>
              <a:gd name="connsiteX0" fmla="*/ 1359187 w 7075779"/>
              <a:gd name="connsiteY0" fmla="*/ 11 h 6886280"/>
              <a:gd name="connsiteX1" fmla="*/ 7055504 w 7075779"/>
              <a:gd name="connsiteY1" fmla="*/ 8051 h 6886280"/>
              <a:gd name="connsiteX2" fmla="*/ 7075779 w 7075779"/>
              <a:gd name="connsiteY2" fmla="*/ 6886280 h 6886280"/>
              <a:gd name="connsiteX3" fmla="*/ 0 w 7075779"/>
              <a:gd name="connsiteY3" fmla="*/ 6884242 h 6886280"/>
              <a:gd name="connsiteX4" fmla="*/ 1540883 w 7075779"/>
              <a:gd name="connsiteY4" fmla="*/ 2723122 h 6886280"/>
              <a:gd name="connsiteX5" fmla="*/ 1359187 w 7075779"/>
              <a:gd name="connsiteY5" fmla="*/ 11 h 6886280"/>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540883 w 7075779"/>
              <a:gd name="connsiteY4" fmla="*/ 2723111 h 6886269"/>
              <a:gd name="connsiteX5" fmla="*/ 1359187 w 7075779"/>
              <a:gd name="connsiteY5" fmla="*/ 0 h 6886269"/>
              <a:gd name="connsiteX0" fmla="*/ 1359187 w 7075779"/>
              <a:gd name="connsiteY0" fmla="*/ 0 h 6886269"/>
              <a:gd name="connsiteX1" fmla="*/ 7055504 w 7075779"/>
              <a:gd name="connsiteY1" fmla="*/ 8040 h 6886269"/>
              <a:gd name="connsiteX2" fmla="*/ 7075779 w 7075779"/>
              <a:gd name="connsiteY2" fmla="*/ 6886269 h 6886269"/>
              <a:gd name="connsiteX3" fmla="*/ 0 w 7075779"/>
              <a:gd name="connsiteY3" fmla="*/ 6884231 h 6886269"/>
              <a:gd name="connsiteX4" fmla="*/ 1378044 w 7075779"/>
              <a:gd name="connsiteY4" fmla="*/ 3086366 h 6886269"/>
              <a:gd name="connsiteX5" fmla="*/ 1359187 w 7075779"/>
              <a:gd name="connsiteY5" fmla="*/ 0 h 688626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512660 h 6878229"/>
              <a:gd name="connsiteX1" fmla="*/ 7055504 w 7075779"/>
              <a:gd name="connsiteY1" fmla="*/ 0 h 6878229"/>
              <a:gd name="connsiteX2" fmla="*/ 7075779 w 7075779"/>
              <a:gd name="connsiteY2" fmla="*/ 6878229 h 6878229"/>
              <a:gd name="connsiteX3" fmla="*/ 0 w 7075779"/>
              <a:gd name="connsiteY3" fmla="*/ 6876191 h 6878229"/>
              <a:gd name="connsiteX4" fmla="*/ 1378044 w 7075779"/>
              <a:gd name="connsiteY4" fmla="*/ 3078326 h 6878229"/>
              <a:gd name="connsiteX5" fmla="*/ 2216437 w 7075779"/>
              <a:gd name="connsiteY5" fmla="*/ 512660 h 6878229"/>
              <a:gd name="connsiteX0" fmla="*/ 2216437 w 7075779"/>
              <a:gd name="connsiteY0" fmla="*/ 17360 h 6382929"/>
              <a:gd name="connsiteX1" fmla="*/ 4623454 w 7075779"/>
              <a:gd name="connsiteY1" fmla="*/ 0 h 6382929"/>
              <a:gd name="connsiteX2" fmla="*/ 7075779 w 7075779"/>
              <a:gd name="connsiteY2" fmla="*/ 6382929 h 6382929"/>
              <a:gd name="connsiteX3" fmla="*/ 0 w 7075779"/>
              <a:gd name="connsiteY3" fmla="*/ 6380891 h 6382929"/>
              <a:gd name="connsiteX4" fmla="*/ 1378044 w 7075779"/>
              <a:gd name="connsiteY4" fmla="*/ 2583026 h 6382929"/>
              <a:gd name="connsiteX5" fmla="*/ 2216437 w 7075779"/>
              <a:gd name="connsiteY5" fmla="*/ 17360 h 6382929"/>
              <a:gd name="connsiteX0" fmla="*/ 2216437 w 7682069"/>
              <a:gd name="connsiteY0" fmla="*/ 17360 h 6492927"/>
              <a:gd name="connsiteX1" fmla="*/ 4623454 w 7682069"/>
              <a:gd name="connsiteY1" fmla="*/ 0 h 6492927"/>
              <a:gd name="connsiteX2" fmla="*/ 7024544 w 7682069"/>
              <a:gd name="connsiteY2" fmla="*/ 5866803 h 6492927"/>
              <a:gd name="connsiteX3" fmla="*/ 7075779 w 7682069"/>
              <a:gd name="connsiteY3" fmla="*/ 6382929 h 6492927"/>
              <a:gd name="connsiteX4" fmla="*/ 0 w 7682069"/>
              <a:gd name="connsiteY4" fmla="*/ 6380891 h 6492927"/>
              <a:gd name="connsiteX5" fmla="*/ 1378044 w 7682069"/>
              <a:gd name="connsiteY5" fmla="*/ 2583026 h 6492927"/>
              <a:gd name="connsiteX6" fmla="*/ 2216437 w 7682069"/>
              <a:gd name="connsiteY6" fmla="*/ 17360 h 6492927"/>
              <a:gd name="connsiteX0" fmla="*/ 2216437 w 7658705"/>
              <a:gd name="connsiteY0" fmla="*/ 17360 h 6435474"/>
              <a:gd name="connsiteX1" fmla="*/ 4623454 w 7658705"/>
              <a:gd name="connsiteY1" fmla="*/ 0 h 6435474"/>
              <a:gd name="connsiteX2" fmla="*/ 5151294 w 7658705"/>
              <a:gd name="connsiteY2" fmla="*/ 901103 h 6435474"/>
              <a:gd name="connsiteX3" fmla="*/ 7024544 w 7658705"/>
              <a:gd name="connsiteY3" fmla="*/ 5866803 h 6435474"/>
              <a:gd name="connsiteX4" fmla="*/ 7075779 w 7658705"/>
              <a:gd name="connsiteY4" fmla="*/ 6382929 h 6435474"/>
              <a:gd name="connsiteX5" fmla="*/ 0 w 7658705"/>
              <a:gd name="connsiteY5" fmla="*/ 6380891 h 6435474"/>
              <a:gd name="connsiteX6" fmla="*/ 1378044 w 7658705"/>
              <a:gd name="connsiteY6" fmla="*/ 2583026 h 6435474"/>
              <a:gd name="connsiteX7" fmla="*/ 2216437 w 7658705"/>
              <a:gd name="connsiteY7" fmla="*/ 17360 h 6435474"/>
              <a:gd name="connsiteX0" fmla="*/ 3384837 w 8827105"/>
              <a:gd name="connsiteY0" fmla="*/ 17360 h 6435474"/>
              <a:gd name="connsiteX1" fmla="*/ 5791854 w 8827105"/>
              <a:gd name="connsiteY1" fmla="*/ 0 h 6435474"/>
              <a:gd name="connsiteX2" fmla="*/ 6319694 w 8827105"/>
              <a:gd name="connsiteY2" fmla="*/ 901103 h 6435474"/>
              <a:gd name="connsiteX3" fmla="*/ 8192944 w 8827105"/>
              <a:gd name="connsiteY3" fmla="*/ 5866803 h 6435474"/>
              <a:gd name="connsiteX4" fmla="*/ 8244179 w 8827105"/>
              <a:gd name="connsiteY4" fmla="*/ 6382929 h 6435474"/>
              <a:gd name="connsiteX5" fmla="*/ 0 w 8827105"/>
              <a:gd name="connsiteY5" fmla="*/ 6374541 h 6435474"/>
              <a:gd name="connsiteX6" fmla="*/ 2546444 w 8827105"/>
              <a:gd name="connsiteY6" fmla="*/ 2583026 h 6435474"/>
              <a:gd name="connsiteX7" fmla="*/ 3384837 w 8827105"/>
              <a:gd name="connsiteY7" fmla="*/ 17360 h 6435474"/>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841176"/>
              <a:gd name="connsiteY0" fmla="*/ 17360 h 6382929"/>
              <a:gd name="connsiteX1" fmla="*/ 5791854 w 8841176"/>
              <a:gd name="connsiteY1" fmla="*/ 0 h 6382929"/>
              <a:gd name="connsiteX2" fmla="*/ 6319694 w 8841176"/>
              <a:gd name="connsiteY2" fmla="*/ 901103 h 6382929"/>
              <a:gd name="connsiteX3" fmla="*/ 8237394 w 8841176"/>
              <a:gd name="connsiteY3" fmla="*/ 3491903 h 6382929"/>
              <a:gd name="connsiteX4" fmla="*/ 8244179 w 8841176"/>
              <a:gd name="connsiteY4" fmla="*/ 6382929 h 6382929"/>
              <a:gd name="connsiteX5" fmla="*/ 0 w 8841176"/>
              <a:gd name="connsiteY5" fmla="*/ 6374541 h 6382929"/>
              <a:gd name="connsiteX6" fmla="*/ 2546444 w 8841176"/>
              <a:gd name="connsiteY6" fmla="*/ 2583026 h 6382929"/>
              <a:gd name="connsiteX7" fmla="*/ 3384837 w 8841176"/>
              <a:gd name="connsiteY7" fmla="*/ 17360 h 6382929"/>
              <a:gd name="connsiteX0" fmla="*/ 3384837 w 8760679"/>
              <a:gd name="connsiteY0" fmla="*/ 17360 h 6382929"/>
              <a:gd name="connsiteX1" fmla="*/ 5791854 w 8760679"/>
              <a:gd name="connsiteY1" fmla="*/ 0 h 6382929"/>
              <a:gd name="connsiteX2" fmla="*/ 6319694 w 8760679"/>
              <a:gd name="connsiteY2" fmla="*/ 901103 h 6382929"/>
              <a:gd name="connsiteX3" fmla="*/ 8237394 w 8760679"/>
              <a:gd name="connsiteY3" fmla="*/ 3491903 h 6382929"/>
              <a:gd name="connsiteX4" fmla="*/ 8244179 w 8760679"/>
              <a:gd name="connsiteY4" fmla="*/ 6382929 h 6382929"/>
              <a:gd name="connsiteX5" fmla="*/ 0 w 8760679"/>
              <a:gd name="connsiteY5" fmla="*/ 6374541 h 6382929"/>
              <a:gd name="connsiteX6" fmla="*/ 2546444 w 8760679"/>
              <a:gd name="connsiteY6" fmla="*/ 2583026 h 6382929"/>
              <a:gd name="connsiteX7" fmla="*/ 3384837 w 8760679"/>
              <a:gd name="connsiteY7" fmla="*/ 17360 h 6382929"/>
              <a:gd name="connsiteX0" fmla="*/ 3384837 w 8767257"/>
              <a:gd name="connsiteY0" fmla="*/ 17360 h 6382929"/>
              <a:gd name="connsiteX1" fmla="*/ 5791854 w 8767257"/>
              <a:gd name="connsiteY1" fmla="*/ 0 h 6382929"/>
              <a:gd name="connsiteX2" fmla="*/ 6319694 w 8767257"/>
              <a:gd name="connsiteY2" fmla="*/ 901103 h 6382929"/>
              <a:gd name="connsiteX3" fmla="*/ 8262794 w 8767257"/>
              <a:gd name="connsiteY3" fmla="*/ 3530003 h 6382929"/>
              <a:gd name="connsiteX4" fmla="*/ 8244179 w 8767257"/>
              <a:gd name="connsiteY4" fmla="*/ 6382929 h 6382929"/>
              <a:gd name="connsiteX5" fmla="*/ 0 w 8767257"/>
              <a:gd name="connsiteY5" fmla="*/ 6374541 h 6382929"/>
              <a:gd name="connsiteX6" fmla="*/ 2546444 w 8767257"/>
              <a:gd name="connsiteY6" fmla="*/ 2583026 h 6382929"/>
              <a:gd name="connsiteX7" fmla="*/ 3384837 w 8767257"/>
              <a:gd name="connsiteY7" fmla="*/ 17360 h 6382929"/>
              <a:gd name="connsiteX0" fmla="*/ 3384837 w 8262794"/>
              <a:gd name="connsiteY0" fmla="*/ 17360 h 6382929"/>
              <a:gd name="connsiteX1" fmla="*/ 5791854 w 8262794"/>
              <a:gd name="connsiteY1" fmla="*/ 0 h 6382929"/>
              <a:gd name="connsiteX2" fmla="*/ 6319694 w 8262794"/>
              <a:gd name="connsiteY2" fmla="*/ 9011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79185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9644 w 8262794"/>
              <a:gd name="connsiteY2" fmla="*/ 97095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546444 w 8262794"/>
              <a:gd name="connsiteY6" fmla="*/ 25830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120994 w 8262794"/>
              <a:gd name="connsiteY6" fmla="*/ 18464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384837 w 8262794"/>
              <a:gd name="connsiteY0" fmla="*/ 17360 h 6382929"/>
              <a:gd name="connsiteX1" fmla="*/ 5531504 w 8262794"/>
              <a:gd name="connsiteY1" fmla="*/ 0 h 6382929"/>
              <a:gd name="connsiteX2" fmla="*/ 7183294 w 8262794"/>
              <a:gd name="connsiteY2" fmla="*/ 951903 h 6382929"/>
              <a:gd name="connsiteX3" fmla="*/ 8262794 w 8262794"/>
              <a:gd name="connsiteY3" fmla="*/ 3530003 h 6382929"/>
              <a:gd name="connsiteX4" fmla="*/ 8244179 w 8262794"/>
              <a:gd name="connsiteY4" fmla="*/ 6382929 h 6382929"/>
              <a:gd name="connsiteX5" fmla="*/ 0 w 8262794"/>
              <a:gd name="connsiteY5" fmla="*/ 6374541 h 6382929"/>
              <a:gd name="connsiteX6" fmla="*/ 2082894 w 8262794"/>
              <a:gd name="connsiteY6" fmla="*/ 1833726 h 6382929"/>
              <a:gd name="connsiteX7" fmla="*/ 3384837 w 8262794"/>
              <a:gd name="connsiteY7" fmla="*/ 17360 h 638292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82894 w 8262794"/>
              <a:gd name="connsiteY6" fmla="*/ 18354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2000344 w 8262794"/>
              <a:gd name="connsiteY6" fmla="*/ 1822716 h 6384619"/>
              <a:gd name="connsiteX7" fmla="*/ 3886487 w 8262794"/>
              <a:gd name="connsiteY7" fmla="*/ 0 h 6384619"/>
              <a:gd name="connsiteX0" fmla="*/ 4394383 w 8770690"/>
              <a:gd name="connsiteY0" fmla="*/ 0 h 6384619"/>
              <a:gd name="connsiteX1" fmla="*/ 6039400 w 8770690"/>
              <a:gd name="connsiteY1" fmla="*/ 1690 h 6384619"/>
              <a:gd name="connsiteX2" fmla="*/ 7691190 w 8770690"/>
              <a:gd name="connsiteY2" fmla="*/ 953593 h 6384619"/>
              <a:gd name="connsiteX3" fmla="*/ 8770690 w 8770690"/>
              <a:gd name="connsiteY3" fmla="*/ 3531693 h 6384619"/>
              <a:gd name="connsiteX4" fmla="*/ 8752075 w 8770690"/>
              <a:gd name="connsiteY4" fmla="*/ 6384619 h 6384619"/>
              <a:gd name="connsiteX5" fmla="*/ 507896 w 8770690"/>
              <a:gd name="connsiteY5" fmla="*/ 6376231 h 6384619"/>
              <a:gd name="connsiteX6" fmla="*/ 1066186 w 8770690"/>
              <a:gd name="connsiteY6" fmla="*/ 4968748 h 6384619"/>
              <a:gd name="connsiteX7" fmla="*/ 2508240 w 8770690"/>
              <a:gd name="connsiteY7" fmla="*/ 1822716 h 6384619"/>
              <a:gd name="connsiteX8" fmla="*/ 4394383 w 8770690"/>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000344 w 8262794"/>
              <a:gd name="connsiteY7" fmla="*/ 1822716 h 6384619"/>
              <a:gd name="connsiteX8" fmla="*/ 3886487 w 8262794"/>
              <a:gd name="connsiteY8" fmla="*/ 0 h 6384619"/>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000344 w 8262794"/>
              <a:gd name="connsiteY7" fmla="*/ 1950144 h 6512047"/>
              <a:gd name="connsiteX8" fmla="*/ 3694213 w 8262794"/>
              <a:gd name="connsiteY8" fmla="*/ 137314 h 6512047"/>
              <a:gd name="connsiteX9" fmla="*/ 3886487 w 8262794"/>
              <a:gd name="connsiteY9" fmla="*/ 127428 h 6512047"/>
              <a:gd name="connsiteX0" fmla="*/ 3886487 w 8262794"/>
              <a:gd name="connsiteY0" fmla="*/ 127428 h 6512047"/>
              <a:gd name="connsiteX1" fmla="*/ 5531504 w 8262794"/>
              <a:gd name="connsiteY1" fmla="*/ 129118 h 6512047"/>
              <a:gd name="connsiteX2" fmla="*/ 7183294 w 8262794"/>
              <a:gd name="connsiteY2" fmla="*/ 1081021 h 6512047"/>
              <a:gd name="connsiteX3" fmla="*/ 8262794 w 8262794"/>
              <a:gd name="connsiteY3" fmla="*/ 3659121 h 6512047"/>
              <a:gd name="connsiteX4" fmla="*/ 8244179 w 8262794"/>
              <a:gd name="connsiteY4" fmla="*/ 6512047 h 6512047"/>
              <a:gd name="connsiteX5" fmla="*/ 0 w 8262794"/>
              <a:gd name="connsiteY5" fmla="*/ 6503659 h 6512047"/>
              <a:gd name="connsiteX6" fmla="*/ 558290 w 8262794"/>
              <a:gd name="connsiteY6" fmla="*/ 5096176 h 6512047"/>
              <a:gd name="connsiteX7" fmla="*/ 2516160 w 8262794"/>
              <a:gd name="connsiteY7" fmla="*/ 3714467 h 6512047"/>
              <a:gd name="connsiteX8" fmla="*/ 3694213 w 8262794"/>
              <a:gd name="connsiteY8" fmla="*/ 137314 h 6512047"/>
              <a:gd name="connsiteX9" fmla="*/ 3886487 w 8262794"/>
              <a:gd name="connsiteY9" fmla="*/ 127428 h 6512047"/>
              <a:gd name="connsiteX0" fmla="*/ 3886487 w 8262794"/>
              <a:gd name="connsiteY0" fmla="*/ 0 h 6384619"/>
              <a:gd name="connsiteX1" fmla="*/ 5531504 w 8262794"/>
              <a:gd name="connsiteY1" fmla="*/ 1690 h 6384619"/>
              <a:gd name="connsiteX2" fmla="*/ 7183294 w 8262794"/>
              <a:gd name="connsiteY2" fmla="*/ 953593 h 6384619"/>
              <a:gd name="connsiteX3" fmla="*/ 8262794 w 8262794"/>
              <a:gd name="connsiteY3" fmla="*/ 3531693 h 6384619"/>
              <a:gd name="connsiteX4" fmla="*/ 8244179 w 8262794"/>
              <a:gd name="connsiteY4" fmla="*/ 6384619 h 6384619"/>
              <a:gd name="connsiteX5" fmla="*/ 0 w 8262794"/>
              <a:gd name="connsiteY5" fmla="*/ 6376231 h 6384619"/>
              <a:gd name="connsiteX6" fmla="*/ 558290 w 8262794"/>
              <a:gd name="connsiteY6" fmla="*/ 4968748 h 6384619"/>
              <a:gd name="connsiteX7" fmla="*/ 2516160 w 8262794"/>
              <a:gd name="connsiteY7" fmla="*/ 3587039 h 6384619"/>
              <a:gd name="connsiteX8" fmla="*/ 3694213 w 8262794"/>
              <a:gd name="connsiteY8" fmla="*/ 9886 h 6384619"/>
              <a:gd name="connsiteX9" fmla="*/ 3886487 w 8262794"/>
              <a:gd name="connsiteY9" fmla="*/ 0 h 6384619"/>
              <a:gd name="connsiteX0" fmla="*/ 3694213 w 8262794"/>
              <a:gd name="connsiteY0" fmla="*/ 306770 h 6681503"/>
              <a:gd name="connsiteX1" fmla="*/ 5531504 w 8262794"/>
              <a:gd name="connsiteY1" fmla="*/ 298574 h 6681503"/>
              <a:gd name="connsiteX2" fmla="*/ 7183294 w 8262794"/>
              <a:gd name="connsiteY2" fmla="*/ 1250477 h 6681503"/>
              <a:gd name="connsiteX3" fmla="*/ 8262794 w 8262794"/>
              <a:gd name="connsiteY3" fmla="*/ 3828577 h 6681503"/>
              <a:gd name="connsiteX4" fmla="*/ 8244179 w 8262794"/>
              <a:gd name="connsiteY4" fmla="*/ 6681503 h 6681503"/>
              <a:gd name="connsiteX5" fmla="*/ 0 w 8262794"/>
              <a:gd name="connsiteY5" fmla="*/ 6673115 h 6681503"/>
              <a:gd name="connsiteX6" fmla="*/ 558290 w 8262794"/>
              <a:gd name="connsiteY6" fmla="*/ 5265632 h 6681503"/>
              <a:gd name="connsiteX7" fmla="*/ 2516160 w 8262794"/>
              <a:gd name="connsiteY7" fmla="*/ 3883923 h 6681503"/>
              <a:gd name="connsiteX8" fmla="*/ 3694213 w 8262794"/>
              <a:gd name="connsiteY8" fmla="*/ 306770 h 6681503"/>
              <a:gd name="connsiteX0" fmla="*/ 3694213 w 8262794"/>
              <a:gd name="connsiteY0" fmla="*/ 78510 h 6453243"/>
              <a:gd name="connsiteX1" fmla="*/ 5531504 w 8262794"/>
              <a:gd name="connsiteY1" fmla="*/ 70314 h 6453243"/>
              <a:gd name="connsiteX2" fmla="*/ 7183294 w 8262794"/>
              <a:gd name="connsiteY2" fmla="*/ 1022217 h 6453243"/>
              <a:gd name="connsiteX3" fmla="*/ 8262794 w 8262794"/>
              <a:gd name="connsiteY3" fmla="*/ 3600317 h 6453243"/>
              <a:gd name="connsiteX4" fmla="*/ 8244179 w 8262794"/>
              <a:gd name="connsiteY4" fmla="*/ 6453243 h 6453243"/>
              <a:gd name="connsiteX5" fmla="*/ 0 w 8262794"/>
              <a:gd name="connsiteY5" fmla="*/ 6444855 h 6453243"/>
              <a:gd name="connsiteX6" fmla="*/ 558290 w 8262794"/>
              <a:gd name="connsiteY6" fmla="*/ 5037372 h 6453243"/>
              <a:gd name="connsiteX7" fmla="*/ 2516160 w 8262794"/>
              <a:gd name="connsiteY7" fmla="*/ 3655663 h 6453243"/>
              <a:gd name="connsiteX8" fmla="*/ 3694213 w 8262794"/>
              <a:gd name="connsiteY8" fmla="*/ 78510 h 6453243"/>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516160 w 8262794"/>
              <a:gd name="connsiteY7" fmla="*/ 3587932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3694213 w 8262794"/>
              <a:gd name="connsiteY0" fmla="*/ 10779 h 6385512"/>
              <a:gd name="connsiteX1" fmla="*/ 5531504 w 8262794"/>
              <a:gd name="connsiteY1" fmla="*/ 2583 h 6385512"/>
              <a:gd name="connsiteX2" fmla="*/ 7183294 w 8262794"/>
              <a:gd name="connsiteY2" fmla="*/ 954486 h 6385512"/>
              <a:gd name="connsiteX3" fmla="*/ 8262794 w 8262794"/>
              <a:gd name="connsiteY3" fmla="*/ 3532586 h 6385512"/>
              <a:gd name="connsiteX4" fmla="*/ 8244179 w 8262794"/>
              <a:gd name="connsiteY4" fmla="*/ 6385512 h 6385512"/>
              <a:gd name="connsiteX5" fmla="*/ 0 w 8262794"/>
              <a:gd name="connsiteY5" fmla="*/ 6377124 h 6385512"/>
              <a:gd name="connsiteX6" fmla="*/ 558290 w 8262794"/>
              <a:gd name="connsiteY6" fmla="*/ 4969641 h 6385512"/>
              <a:gd name="connsiteX7" fmla="*/ 2352037 w 8262794"/>
              <a:gd name="connsiteY7" fmla="*/ 3529317 h 6385512"/>
              <a:gd name="connsiteX8" fmla="*/ 3694213 w 8262794"/>
              <a:gd name="connsiteY8" fmla="*/ 10779 h 6385512"/>
              <a:gd name="connsiteX0" fmla="*/ 2381228 w 8262794"/>
              <a:gd name="connsiteY0" fmla="*/ 1133627 h 6382945"/>
              <a:gd name="connsiteX1" fmla="*/ 5531504 w 8262794"/>
              <a:gd name="connsiteY1" fmla="*/ 16 h 6382945"/>
              <a:gd name="connsiteX2" fmla="*/ 7183294 w 8262794"/>
              <a:gd name="connsiteY2" fmla="*/ 951919 h 6382945"/>
              <a:gd name="connsiteX3" fmla="*/ 8262794 w 8262794"/>
              <a:gd name="connsiteY3" fmla="*/ 3530019 h 6382945"/>
              <a:gd name="connsiteX4" fmla="*/ 8244179 w 8262794"/>
              <a:gd name="connsiteY4" fmla="*/ 6382945 h 6382945"/>
              <a:gd name="connsiteX5" fmla="*/ 0 w 8262794"/>
              <a:gd name="connsiteY5" fmla="*/ 6374557 h 6382945"/>
              <a:gd name="connsiteX6" fmla="*/ 558290 w 8262794"/>
              <a:gd name="connsiteY6" fmla="*/ 4967074 h 6382945"/>
              <a:gd name="connsiteX7" fmla="*/ 2352037 w 8262794"/>
              <a:gd name="connsiteY7" fmla="*/ 3526750 h 6382945"/>
              <a:gd name="connsiteX8" fmla="*/ 2381228 w 8262794"/>
              <a:gd name="connsiteY8" fmla="*/ 1133627 h 6382945"/>
              <a:gd name="connsiteX0" fmla="*/ 2381228 w 8262794"/>
              <a:gd name="connsiteY0" fmla="*/ 1625991 h 6875309"/>
              <a:gd name="connsiteX1" fmla="*/ 4552627 w 8262794"/>
              <a:gd name="connsiteY1" fmla="*/ 11 h 6875309"/>
              <a:gd name="connsiteX2" fmla="*/ 7183294 w 8262794"/>
              <a:gd name="connsiteY2" fmla="*/ 1444283 h 6875309"/>
              <a:gd name="connsiteX3" fmla="*/ 8262794 w 8262794"/>
              <a:gd name="connsiteY3" fmla="*/ 4022383 h 6875309"/>
              <a:gd name="connsiteX4" fmla="*/ 8244179 w 8262794"/>
              <a:gd name="connsiteY4" fmla="*/ 6875309 h 6875309"/>
              <a:gd name="connsiteX5" fmla="*/ 0 w 8262794"/>
              <a:gd name="connsiteY5" fmla="*/ 6866921 h 6875309"/>
              <a:gd name="connsiteX6" fmla="*/ 558290 w 8262794"/>
              <a:gd name="connsiteY6" fmla="*/ 5459438 h 6875309"/>
              <a:gd name="connsiteX7" fmla="*/ 2352037 w 8262794"/>
              <a:gd name="connsiteY7" fmla="*/ 4019114 h 6875309"/>
              <a:gd name="connsiteX8" fmla="*/ 2381228 w 8262794"/>
              <a:gd name="connsiteY8" fmla="*/ 1625991 h 6875309"/>
              <a:gd name="connsiteX0" fmla="*/ 2381228 w 8338129"/>
              <a:gd name="connsiteY0" fmla="*/ 2019778 h 7269096"/>
              <a:gd name="connsiteX1" fmla="*/ 4552627 w 8338129"/>
              <a:gd name="connsiteY1" fmla="*/ 393798 h 7269096"/>
              <a:gd name="connsiteX2" fmla="*/ 8214924 w 8338129"/>
              <a:gd name="connsiteY2" fmla="*/ 437163 h 7269096"/>
              <a:gd name="connsiteX3" fmla="*/ 8262794 w 8338129"/>
              <a:gd name="connsiteY3" fmla="*/ 4416170 h 7269096"/>
              <a:gd name="connsiteX4" fmla="*/ 8244179 w 8338129"/>
              <a:gd name="connsiteY4" fmla="*/ 7269096 h 7269096"/>
              <a:gd name="connsiteX5" fmla="*/ 0 w 8338129"/>
              <a:gd name="connsiteY5" fmla="*/ 7260708 h 7269096"/>
              <a:gd name="connsiteX6" fmla="*/ 558290 w 8338129"/>
              <a:gd name="connsiteY6" fmla="*/ 5853225 h 7269096"/>
              <a:gd name="connsiteX7" fmla="*/ 2352037 w 8338129"/>
              <a:gd name="connsiteY7" fmla="*/ 4412901 h 7269096"/>
              <a:gd name="connsiteX8" fmla="*/ 2381228 w 8338129"/>
              <a:gd name="connsiteY8" fmla="*/ 2019778 h 7269096"/>
              <a:gd name="connsiteX0" fmla="*/ 2381228 w 8262794"/>
              <a:gd name="connsiteY0" fmla="*/ 1625992 h 6875310"/>
              <a:gd name="connsiteX1" fmla="*/ 4552627 w 8262794"/>
              <a:gd name="connsiteY1" fmla="*/ 12 h 6875310"/>
              <a:gd name="connsiteX2" fmla="*/ 7640493 w 8262794"/>
              <a:gd name="connsiteY2" fmla="*/ 1327054 h 6875310"/>
              <a:gd name="connsiteX3" fmla="*/ 8262794 w 8262794"/>
              <a:gd name="connsiteY3" fmla="*/ 4022384 h 6875310"/>
              <a:gd name="connsiteX4" fmla="*/ 8244179 w 8262794"/>
              <a:gd name="connsiteY4" fmla="*/ 6875310 h 6875310"/>
              <a:gd name="connsiteX5" fmla="*/ 0 w 8262794"/>
              <a:gd name="connsiteY5" fmla="*/ 6866922 h 6875310"/>
              <a:gd name="connsiteX6" fmla="*/ 558290 w 8262794"/>
              <a:gd name="connsiteY6" fmla="*/ 5459439 h 6875310"/>
              <a:gd name="connsiteX7" fmla="*/ 2352037 w 8262794"/>
              <a:gd name="connsiteY7" fmla="*/ 4019115 h 6875310"/>
              <a:gd name="connsiteX8" fmla="*/ 2381228 w 8262794"/>
              <a:gd name="connsiteY8" fmla="*/ 1625992 h 6875310"/>
              <a:gd name="connsiteX0" fmla="*/ 2381228 w 8262794"/>
              <a:gd name="connsiteY0" fmla="*/ 1625992 h 6875310"/>
              <a:gd name="connsiteX1" fmla="*/ 4552627 w 8262794"/>
              <a:gd name="connsiteY1" fmla="*/ 12 h 6875310"/>
              <a:gd name="connsiteX2" fmla="*/ 8262794 w 8262794"/>
              <a:gd name="connsiteY2" fmla="*/ 4022384 h 6875310"/>
              <a:gd name="connsiteX3" fmla="*/ 8244179 w 8262794"/>
              <a:gd name="connsiteY3" fmla="*/ 6875310 h 6875310"/>
              <a:gd name="connsiteX4" fmla="*/ 0 w 8262794"/>
              <a:gd name="connsiteY4" fmla="*/ 6866922 h 6875310"/>
              <a:gd name="connsiteX5" fmla="*/ 558290 w 8262794"/>
              <a:gd name="connsiteY5" fmla="*/ 5459439 h 6875310"/>
              <a:gd name="connsiteX6" fmla="*/ 2352037 w 8262794"/>
              <a:gd name="connsiteY6" fmla="*/ 4019115 h 6875310"/>
              <a:gd name="connsiteX7" fmla="*/ 2381228 w 8262794"/>
              <a:gd name="connsiteY7" fmla="*/ 1625992 h 6875310"/>
              <a:gd name="connsiteX0" fmla="*/ 2381228 w 8245412"/>
              <a:gd name="connsiteY0" fmla="*/ 2042061 h 7291379"/>
              <a:gd name="connsiteX1" fmla="*/ 4552627 w 8245412"/>
              <a:gd name="connsiteY1" fmla="*/ 416081 h 7291379"/>
              <a:gd name="connsiteX2" fmla="*/ 8221764 w 8245412"/>
              <a:gd name="connsiteY2" fmla="*/ 435022 h 7291379"/>
              <a:gd name="connsiteX3" fmla="*/ 8244179 w 8245412"/>
              <a:gd name="connsiteY3" fmla="*/ 7291379 h 7291379"/>
              <a:gd name="connsiteX4" fmla="*/ 0 w 8245412"/>
              <a:gd name="connsiteY4" fmla="*/ 7282991 h 7291379"/>
              <a:gd name="connsiteX5" fmla="*/ 558290 w 8245412"/>
              <a:gd name="connsiteY5" fmla="*/ 5875508 h 7291379"/>
              <a:gd name="connsiteX6" fmla="*/ 2352037 w 8245412"/>
              <a:gd name="connsiteY6" fmla="*/ 4435184 h 7291379"/>
              <a:gd name="connsiteX7" fmla="*/ 2381228 w 8245412"/>
              <a:gd name="connsiteY7" fmla="*/ 2042061 h 7291379"/>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5992 h 6875310"/>
              <a:gd name="connsiteX1" fmla="*/ 4552627 w 8245412"/>
              <a:gd name="connsiteY1" fmla="*/ 12 h 6875310"/>
              <a:gd name="connsiteX2" fmla="*/ 8221764 w 8245412"/>
              <a:gd name="connsiteY2" fmla="*/ 18953 h 6875310"/>
              <a:gd name="connsiteX3" fmla="*/ 8244179 w 8245412"/>
              <a:gd name="connsiteY3" fmla="*/ 6875310 h 6875310"/>
              <a:gd name="connsiteX4" fmla="*/ 0 w 8245412"/>
              <a:gd name="connsiteY4" fmla="*/ 6866922 h 6875310"/>
              <a:gd name="connsiteX5" fmla="*/ 558290 w 8245412"/>
              <a:gd name="connsiteY5" fmla="*/ 5459439 h 6875310"/>
              <a:gd name="connsiteX6" fmla="*/ 2352037 w 8245412"/>
              <a:gd name="connsiteY6" fmla="*/ 4019115 h 6875310"/>
              <a:gd name="connsiteX7" fmla="*/ 2381228 w 8245412"/>
              <a:gd name="connsiteY7" fmla="*/ 1625992 h 6875310"/>
              <a:gd name="connsiteX0" fmla="*/ 2381228 w 8245412"/>
              <a:gd name="connsiteY0" fmla="*/ 1626209 h 6875527"/>
              <a:gd name="connsiteX1" fmla="*/ 4552627 w 8245412"/>
              <a:gd name="connsiteY1" fmla="*/ 229 h 6875527"/>
              <a:gd name="connsiteX2" fmla="*/ 8221764 w 8245412"/>
              <a:gd name="connsiteY2" fmla="*/ 19170 h 6875527"/>
              <a:gd name="connsiteX3" fmla="*/ 8244179 w 8245412"/>
              <a:gd name="connsiteY3" fmla="*/ 6875527 h 6875527"/>
              <a:gd name="connsiteX4" fmla="*/ 0 w 8245412"/>
              <a:gd name="connsiteY4" fmla="*/ 6867139 h 6875527"/>
              <a:gd name="connsiteX5" fmla="*/ 558290 w 8245412"/>
              <a:gd name="connsiteY5" fmla="*/ 5459656 h 6875527"/>
              <a:gd name="connsiteX6" fmla="*/ 2352037 w 8245412"/>
              <a:gd name="connsiteY6" fmla="*/ 4019332 h 6875527"/>
              <a:gd name="connsiteX7" fmla="*/ 2381228 w 8245412"/>
              <a:gd name="connsiteY7" fmla="*/ 1626209 h 6875527"/>
              <a:gd name="connsiteX0" fmla="*/ 2352037 w 8245412"/>
              <a:gd name="connsiteY0" fmla="*/ 4019103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6" fmla="*/ 2352037 w 8245412"/>
              <a:gd name="connsiteY6" fmla="*/ 4019103 h 6875298"/>
              <a:gd name="connsiteX0" fmla="*/ 558290 w 8245412"/>
              <a:gd name="connsiteY0" fmla="*/ 5459427 h 6875298"/>
              <a:gd name="connsiteX1" fmla="*/ 4552627 w 8245412"/>
              <a:gd name="connsiteY1" fmla="*/ 0 h 6875298"/>
              <a:gd name="connsiteX2" fmla="*/ 8221764 w 8245412"/>
              <a:gd name="connsiteY2" fmla="*/ 18941 h 6875298"/>
              <a:gd name="connsiteX3" fmla="*/ 8244179 w 8245412"/>
              <a:gd name="connsiteY3" fmla="*/ 6875298 h 6875298"/>
              <a:gd name="connsiteX4" fmla="*/ 0 w 8245412"/>
              <a:gd name="connsiteY4" fmla="*/ 6866910 h 6875298"/>
              <a:gd name="connsiteX5" fmla="*/ 558290 w 8245412"/>
              <a:gd name="connsiteY5" fmla="*/ 5459427 h 6875298"/>
              <a:gd name="connsiteX0" fmla="*/ 65530 w 7752652"/>
              <a:gd name="connsiteY0" fmla="*/ 5459427 h 6875298"/>
              <a:gd name="connsiteX1" fmla="*/ 4059867 w 7752652"/>
              <a:gd name="connsiteY1" fmla="*/ 0 h 6875298"/>
              <a:gd name="connsiteX2" fmla="*/ 7729004 w 7752652"/>
              <a:gd name="connsiteY2" fmla="*/ 18941 h 6875298"/>
              <a:gd name="connsiteX3" fmla="*/ 7751419 w 7752652"/>
              <a:gd name="connsiteY3" fmla="*/ 6875298 h 6875298"/>
              <a:gd name="connsiteX4" fmla="*/ 409917 w 7752652"/>
              <a:gd name="connsiteY4" fmla="*/ 6861048 h 6875298"/>
              <a:gd name="connsiteX5" fmla="*/ 65530 w 7752652"/>
              <a:gd name="connsiteY5" fmla="*/ 5459427 h 6875298"/>
              <a:gd name="connsiteX0" fmla="*/ 370721 w 8057843"/>
              <a:gd name="connsiteY0" fmla="*/ 5459427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370721 w 8057843"/>
              <a:gd name="connsiteY5" fmla="*/ 5459427 h 6875298"/>
              <a:gd name="connsiteX0" fmla="*/ 2228829 w 8057843"/>
              <a:gd name="connsiteY0" fmla="*/ 1549781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228829 w 8057843"/>
              <a:gd name="connsiteY5" fmla="*/ 1549781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04 h 6875298"/>
              <a:gd name="connsiteX1" fmla="*/ 4365058 w 8057843"/>
              <a:gd name="connsiteY1" fmla="*/ 0 h 6875298"/>
              <a:gd name="connsiteX2" fmla="*/ 8034195 w 8057843"/>
              <a:gd name="connsiteY2" fmla="*/ 18941 h 6875298"/>
              <a:gd name="connsiteX3" fmla="*/ 8056610 w 8057843"/>
              <a:gd name="connsiteY3" fmla="*/ 6875298 h 6875298"/>
              <a:gd name="connsiteX4" fmla="*/ 0 w 8057843"/>
              <a:gd name="connsiteY4" fmla="*/ 6866909 h 6875298"/>
              <a:gd name="connsiteX5" fmla="*/ 2058845 w 8057843"/>
              <a:gd name="connsiteY5" fmla="*/ 1866304 h 6875298"/>
              <a:gd name="connsiteX0" fmla="*/ 2058845 w 8057843"/>
              <a:gd name="connsiteY0" fmla="*/ 1866310 h 6875304"/>
              <a:gd name="connsiteX1" fmla="*/ 4365058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775366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6310 h 6875304"/>
              <a:gd name="connsiteX1" fmla="*/ 4687443 w 8057843"/>
              <a:gd name="connsiteY1" fmla="*/ 6 h 6875304"/>
              <a:gd name="connsiteX2" fmla="*/ 8034195 w 8057843"/>
              <a:gd name="connsiteY2" fmla="*/ 18947 h 6875304"/>
              <a:gd name="connsiteX3" fmla="*/ 8056610 w 8057843"/>
              <a:gd name="connsiteY3" fmla="*/ 6875304 h 6875304"/>
              <a:gd name="connsiteX4" fmla="*/ 0 w 8057843"/>
              <a:gd name="connsiteY4" fmla="*/ 6866915 h 6875304"/>
              <a:gd name="connsiteX5" fmla="*/ 2058845 w 8057843"/>
              <a:gd name="connsiteY5" fmla="*/ 1866310 h 6875304"/>
              <a:gd name="connsiteX0" fmla="*/ 2058845 w 8057843"/>
              <a:gd name="connsiteY0" fmla="*/ 1860450 h 6869444"/>
              <a:gd name="connsiteX1" fmla="*/ 4599520 w 8057843"/>
              <a:gd name="connsiteY1" fmla="*/ 7 h 6869444"/>
              <a:gd name="connsiteX2" fmla="*/ 8034195 w 8057843"/>
              <a:gd name="connsiteY2" fmla="*/ 13087 h 6869444"/>
              <a:gd name="connsiteX3" fmla="*/ 8056610 w 8057843"/>
              <a:gd name="connsiteY3" fmla="*/ 6869444 h 6869444"/>
              <a:gd name="connsiteX4" fmla="*/ 0 w 8057843"/>
              <a:gd name="connsiteY4" fmla="*/ 6861055 h 6869444"/>
              <a:gd name="connsiteX5" fmla="*/ 2058845 w 8057843"/>
              <a:gd name="connsiteY5" fmla="*/ 1860450 h 6869444"/>
              <a:gd name="connsiteX0" fmla="*/ 2058845 w 8057843"/>
              <a:gd name="connsiteY0" fmla="*/ 1861151 h 6870145"/>
              <a:gd name="connsiteX1" fmla="*/ 4599520 w 8057843"/>
              <a:gd name="connsiteY1" fmla="*/ 708 h 6870145"/>
              <a:gd name="connsiteX2" fmla="*/ 8034195 w 8057843"/>
              <a:gd name="connsiteY2" fmla="*/ 13788 h 6870145"/>
              <a:gd name="connsiteX3" fmla="*/ 8056610 w 8057843"/>
              <a:gd name="connsiteY3" fmla="*/ 6870145 h 6870145"/>
              <a:gd name="connsiteX4" fmla="*/ 0 w 8057843"/>
              <a:gd name="connsiteY4" fmla="*/ 6861756 h 6870145"/>
              <a:gd name="connsiteX5" fmla="*/ 2058845 w 8057843"/>
              <a:gd name="connsiteY5" fmla="*/ 1861151 h 687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7843" h="6870145">
                <a:moveTo>
                  <a:pt x="2058845" y="1861151"/>
                </a:moveTo>
                <a:cubicBezTo>
                  <a:pt x="2741416" y="353250"/>
                  <a:pt x="3474675" y="-18667"/>
                  <a:pt x="4599520" y="708"/>
                </a:cubicBezTo>
                <a:lnTo>
                  <a:pt x="8034195" y="13788"/>
                </a:lnTo>
                <a:cubicBezTo>
                  <a:pt x="8024742" y="978226"/>
                  <a:pt x="8065317" y="6168514"/>
                  <a:pt x="8056610" y="6870145"/>
                </a:cubicBezTo>
                <a:lnTo>
                  <a:pt x="0" y="6861756"/>
                </a:lnTo>
                <a:cubicBezTo>
                  <a:pt x="184403" y="6373732"/>
                  <a:pt x="1707870" y="2678685"/>
                  <a:pt x="2058845" y="1861151"/>
                </a:cubicBezTo>
                <a:close/>
              </a:path>
            </a:pathLst>
          </a:custGeom>
          <a:pattFill prst="pct5">
            <a:fgClr>
              <a:schemeClr val="bg1"/>
            </a:fgClr>
            <a:bgClr>
              <a:schemeClr val="bg1">
                <a:lumMod val="75000"/>
              </a:schemeClr>
            </a:bgClr>
          </a:pattFill>
        </p:spPr>
        <p:txBody>
          <a:bodyPr lIns="2340000" tIns="1332000" rIns="720000" rtlCol="0">
            <a:normAutofit/>
          </a:bodyPr>
          <a:lstStyle>
            <a:lvl1pPr marL="0" indent="0" algn="ctr">
              <a:buFontTx/>
              <a:buNone/>
              <a:defRPr sz="1200" b="0" i="0">
                <a:solidFill>
                  <a:schemeClr val="tx1"/>
                </a:solidFill>
                <a:latin typeface="Schibsted Grotesk Bold" pitchFamily="2" charset="77"/>
              </a:defRPr>
            </a:lvl1pPr>
          </a:lstStyle>
          <a:p>
            <a:pPr lvl="0"/>
            <a:r>
              <a:rPr lang="en-US" noProof="0"/>
              <a:t>Click icon to add picture</a:t>
            </a:r>
          </a:p>
        </p:txBody>
      </p:sp>
      <p:sp>
        <p:nvSpPr>
          <p:cNvPr id="3" name="Date Placeholder 2">
            <a:extLst>
              <a:ext uri="{FF2B5EF4-FFF2-40B4-BE49-F238E27FC236}">
                <a16:creationId xmlns:a16="http://schemas.microsoft.com/office/drawing/2014/main" id="{886FE7AB-CFBE-39A6-A332-CD36E3A3723F}"/>
              </a:ext>
            </a:extLst>
          </p:cNvPr>
          <p:cNvSpPr>
            <a:spLocks noGrp="1"/>
          </p:cNvSpPr>
          <p:nvPr>
            <p:ph type="dt" sz="half" idx="10"/>
          </p:nvPr>
        </p:nvSpPr>
        <p:spPr/>
        <p:txBody>
          <a:bodyPr/>
          <a:lstStyle>
            <a:lvl1pPr>
              <a:defRPr>
                <a:solidFill>
                  <a:schemeClr val="bg1"/>
                </a:solidFill>
              </a:defRPr>
            </a:lvl1pPr>
          </a:lstStyle>
          <a:p>
            <a:pPr>
              <a:defRPr/>
            </a:pPr>
            <a:endParaRPr lang="en-GB"/>
          </a:p>
        </p:txBody>
      </p:sp>
      <p:sp>
        <p:nvSpPr>
          <p:cNvPr id="4" name="Slide Number Placeholder 3">
            <a:extLst>
              <a:ext uri="{FF2B5EF4-FFF2-40B4-BE49-F238E27FC236}">
                <a16:creationId xmlns:a16="http://schemas.microsoft.com/office/drawing/2014/main" id="{AC9765F2-44B3-0048-9322-6338B7E7528C}"/>
              </a:ext>
            </a:extLst>
          </p:cNvPr>
          <p:cNvSpPr>
            <a:spLocks noGrp="1"/>
          </p:cNvSpPr>
          <p:nvPr>
            <p:ph type="sldNum" sz="quarter" idx="11"/>
          </p:nvPr>
        </p:nvSpPr>
        <p:spPr/>
        <p:txBody>
          <a:bodyPr/>
          <a:lstStyle>
            <a:lvl1pPr>
              <a:defRPr>
                <a:solidFill>
                  <a:schemeClr val="bg1"/>
                </a:solidFill>
              </a:defRPr>
            </a:lvl1pPr>
          </a:lstStyle>
          <a:p>
            <a:pPr eaLnBrk="0" fontAlgn="base" hangingPunct="0">
              <a:spcBef>
                <a:spcPct val="0"/>
              </a:spcBef>
              <a:spcAft>
                <a:spcPct val="0"/>
              </a:spcAft>
              <a:defRPr/>
            </a:pPr>
            <a:fld id="{CC814026-9D66-433A-8979-C2D7694BCAD4}" type="slidenum">
              <a:rPr lang="en-GB" smtClean="0"/>
              <a:pPr eaLnBrk="0" fontAlgn="base" hangingPunct="0">
                <a:spcBef>
                  <a:spcPct val="0"/>
                </a:spcBef>
                <a:spcAft>
                  <a:spcPct val="0"/>
                </a:spcAft>
                <a:defRPr/>
              </a:pPr>
              <a:t>‹#›</a:t>
            </a:fld>
            <a:endParaRPr lang="en-GB"/>
          </a:p>
        </p:txBody>
      </p:sp>
      <p:sp>
        <p:nvSpPr>
          <p:cNvPr id="5" name="Rectangle 4">
            <a:extLst>
              <a:ext uri="{FF2B5EF4-FFF2-40B4-BE49-F238E27FC236}">
                <a16:creationId xmlns:a16="http://schemas.microsoft.com/office/drawing/2014/main" id="{CC6F7542-F15E-D9FD-C004-36E6DE9D3969}"/>
              </a:ext>
            </a:extLst>
          </p:cNvPr>
          <p:cNvSpPr/>
          <p:nvPr userDrawn="1"/>
        </p:nvSpPr>
        <p:spPr>
          <a:xfrm rot="10800000" flipH="1" flipV="1">
            <a:off x="-8966" y="-4307"/>
            <a:ext cx="4531965" cy="1625717"/>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sp>
        <p:nvSpPr>
          <p:cNvPr id="2" name="Title 1">
            <a:extLst>
              <a:ext uri="{FF2B5EF4-FFF2-40B4-BE49-F238E27FC236}">
                <a16:creationId xmlns:a16="http://schemas.microsoft.com/office/drawing/2014/main" id="{0ED45B87-0C75-83E9-7D08-FC7E242E0F3F}"/>
              </a:ext>
            </a:extLst>
          </p:cNvPr>
          <p:cNvSpPr>
            <a:spLocks noGrp="1"/>
          </p:cNvSpPr>
          <p:nvPr>
            <p:ph type="title"/>
          </p:nvPr>
        </p:nvSpPr>
        <p:spPr>
          <a:xfrm>
            <a:off x="284400" y="444465"/>
            <a:ext cx="3489926" cy="681037"/>
          </a:xfrm>
        </p:spPr>
        <p:txBody>
          <a:bodyPr/>
          <a:lstStyle>
            <a:lvl1pPr>
              <a:defRPr>
                <a:solidFill>
                  <a:schemeClr val="tx2"/>
                </a:solidFill>
              </a:defRPr>
            </a:lvl1pPr>
          </a:lstStyle>
          <a:p>
            <a:r>
              <a:rPr lang="en-US"/>
              <a:t>Click to edit Master title style</a:t>
            </a:r>
            <a:endParaRPr lang="en-GB"/>
          </a:p>
        </p:txBody>
      </p:sp>
      <p:sp>
        <p:nvSpPr>
          <p:cNvPr id="9" name="Content Placeholder 2">
            <a:extLst>
              <a:ext uri="{FF2B5EF4-FFF2-40B4-BE49-F238E27FC236}">
                <a16:creationId xmlns:a16="http://schemas.microsoft.com/office/drawing/2014/main" id="{BB2721B5-FBC4-52D9-4FCB-97982676E629}"/>
              </a:ext>
            </a:extLst>
          </p:cNvPr>
          <p:cNvSpPr>
            <a:spLocks noGrp="1"/>
          </p:cNvSpPr>
          <p:nvPr>
            <p:ph idx="1"/>
          </p:nvPr>
        </p:nvSpPr>
        <p:spPr>
          <a:xfrm>
            <a:off x="341639" y="1850714"/>
            <a:ext cx="5267309" cy="4041039"/>
          </a:xfrm>
        </p:spPr>
        <p:txBody>
          <a:bodyPr/>
          <a:lstStyle>
            <a:lvl1pPr>
              <a:defRPr sz="2000" b="0">
                <a:solidFill>
                  <a:schemeClr val="bg1"/>
                </a:solidFill>
                <a:latin typeface="+mn-lt"/>
              </a:defRPr>
            </a:lvl1pPr>
            <a:lvl2pPr>
              <a:defRPr sz="2000">
                <a:solidFill>
                  <a:schemeClr val="bg1"/>
                </a:solidFill>
                <a:latin typeface="+mn-lt"/>
              </a:defRPr>
            </a:lvl2pPr>
            <a:lvl3pPr>
              <a:defRPr sz="20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Tree>
    <p:extLst>
      <p:ext uri="{BB962C8B-B14F-4D97-AF65-F5344CB8AC3E}">
        <p14:creationId xmlns:p14="http://schemas.microsoft.com/office/powerpoint/2010/main" val="407595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2.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10" Type="http://schemas.openxmlformats.org/officeDocument/2006/relationships/image" Target="../media/image1.png"/><Relationship Id="rId4" Type="http://schemas.openxmlformats.org/officeDocument/2006/relationships/slideLayout" Target="../slideLayouts/slideLayout32.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image" Target="../media/image1.png"/><Relationship Id="rId4" Type="http://schemas.openxmlformats.org/officeDocument/2006/relationships/slideLayout" Target="../slideLayouts/slideLayout40.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5" Type="http://schemas.openxmlformats.org/officeDocument/2006/relationships/slideLayout" Target="../slideLayouts/slideLayout49.xml"/><Relationship Id="rId10" Type="http://schemas.openxmlformats.org/officeDocument/2006/relationships/image" Target="../media/image1.png"/><Relationship Id="rId4" Type="http://schemas.openxmlformats.org/officeDocument/2006/relationships/slideLayout" Target="../slideLayouts/slideLayout48.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5" Type="http://schemas.openxmlformats.org/officeDocument/2006/relationships/slideLayout" Target="../slideLayouts/slideLayout57.xml"/><Relationship Id="rId10" Type="http://schemas.openxmlformats.org/officeDocument/2006/relationships/image" Target="../media/image1.png"/><Relationship Id="rId4" Type="http://schemas.openxmlformats.org/officeDocument/2006/relationships/slideLayout" Target="../slideLayouts/slideLayout56.xml"/><Relationship Id="rId9"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922759F-D7FB-1ED1-2C23-DA59BA6AC0F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EB672BB9-9B3A-D7A0-EFFC-F205FBC9859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B322091-7033-E3BC-457E-7E0D8DB6B3DD}"/>
              </a:ext>
            </a:extLst>
          </p:cNvPr>
          <p:cNvSpPr>
            <a:spLocks noGrp="1"/>
          </p:cNvSpPr>
          <p:nvPr>
            <p:ph type="dt" sz="half" idx="2"/>
          </p:nvPr>
        </p:nvSpPr>
        <p:spPr>
          <a:xfrm>
            <a:off x="838200" y="6292800"/>
            <a:ext cx="2743200" cy="365125"/>
          </a:xfrm>
          <a:prstGeom prst="rect">
            <a:avLst/>
          </a:prstGeom>
        </p:spPr>
        <p:txBody>
          <a:bodyPr vert="horz" lIns="91440" tIns="45720" rIns="91440" bIns="45720" rtlCol="0" anchor="ctr"/>
          <a:lstStyle>
            <a:lvl1pPr algn="l">
              <a:defRPr sz="1200">
                <a:solidFill>
                  <a:schemeClr val="tx1"/>
                </a:solidFill>
                <a:latin typeface="Schibsted Grotesk Bold" pitchFamily="2" charset="0"/>
                <a:cs typeface="Schibsted Grotesk Bold" pitchFamily="2" charset="0"/>
              </a:defRPr>
            </a:lvl1pPr>
          </a:lstStyle>
          <a:p>
            <a:pPr eaLnBrk="0" fontAlgn="base" hangingPunct="0">
              <a:spcBef>
                <a:spcPct val="0"/>
              </a:spcBef>
              <a:spcAft>
                <a:spcPct val="0"/>
              </a:spcAft>
              <a:defRPr/>
            </a:pPr>
            <a:endParaRPr lang="en-US"/>
          </a:p>
        </p:txBody>
      </p:sp>
      <p:sp>
        <p:nvSpPr>
          <p:cNvPr id="6" name="Slide Number Placeholder 5">
            <a:extLst>
              <a:ext uri="{FF2B5EF4-FFF2-40B4-BE49-F238E27FC236}">
                <a16:creationId xmlns:a16="http://schemas.microsoft.com/office/drawing/2014/main" id="{E99824FA-DFCA-8384-A837-F0101CFF0CCE}"/>
              </a:ext>
            </a:extLst>
          </p:cNvPr>
          <p:cNvSpPr>
            <a:spLocks noGrp="1"/>
          </p:cNvSpPr>
          <p:nvPr>
            <p:ph type="sldNum" sz="quarter" idx="4"/>
          </p:nvPr>
        </p:nvSpPr>
        <p:spPr>
          <a:xfrm>
            <a:off x="284400" y="6292800"/>
            <a:ext cx="553800" cy="365125"/>
          </a:xfrm>
          <a:prstGeom prst="rect">
            <a:avLst/>
          </a:prstGeom>
        </p:spPr>
        <p:txBody>
          <a:bodyPr vert="horz" lIns="91440" tIns="45720" rIns="91440" bIns="45720" rtlCol="0" anchor="ctr"/>
          <a:lstStyle>
            <a:lvl1pPr>
              <a:defRPr lang="en-US" sz="1200" b="0" i="0" smtClean="0">
                <a:solidFill>
                  <a:schemeClr val="tx1"/>
                </a:solidFill>
                <a:latin typeface="SCHIBSTED GROTESK BOLD" pitchFamily="2" charset="77"/>
                <a:cs typeface="SCHIBSTED GROTESK BOLD" pitchFamily="2" charset="77"/>
              </a:defRPr>
            </a:lvl1pPr>
          </a:lstStyle>
          <a:p>
            <a:pPr eaLnBrk="0" fontAlgn="base" hangingPunct="0">
              <a:spcBef>
                <a:spcPct val="0"/>
              </a:spcBef>
              <a:spcAft>
                <a:spcPct val="0"/>
              </a:spcAft>
            </a:pPr>
            <a:fld id="{C700908E-A59E-4054-81C1-89311842CBBB}" type="slidenum">
              <a:rPr lang="en-GB" smtClean="0"/>
              <a:pPr eaLnBrk="0" fontAlgn="base" hangingPunct="0">
                <a:spcBef>
                  <a:spcPct val="0"/>
                </a:spcBef>
                <a:spcAft>
                  <a:spcPct val="0"/>
                </a:spcAft>
              </a:pPr>
              <a:t>‹#›</a:t>
            </a:fld>
            <a:endParaRPr lang="en-GB"/>
          </a:p>
        </p:txBody>
      </p:sp>
    </p:spTree>
    <p:extLst>
      <p:ext uri="{BB962C8B-B14F-4D97-AF65-F5344CB8AC3E}">
        <p14:creationId xmlns:p14="http://schemas.microsoft.com/office/powerpoint/2010/main" val="2088241681"/>
      </p:ext>
    </p:extLst>
  </p:cSld>
  <p:clrMap bg1="lt1" tx1="dk1" bg2="lt2" tx2="dk2" accent1="accent1" accent2="accent2" accent3="accent3" accent4="accent4" accent5="accent5" accent6="accent6" hlink="hlink" folHlink="folHlink"/>
  <p:sldLayoutIdLst>
    <p:sldLayoutId id="2147484095" r:id="rId1"/>
    <p:sldLayoutId id="2147483674" r:id="rId2"/>
    <p:sldLayoutId id="2147483675" r:id="rId3"/>
    <p:sldLayoutId id="2147484122" r:id="rId4"/>
    <p:sldLayoutId id="2147484125" r:id="rId5"/>
    <p:sldLayoutId id="2147484123" r:id="rId6"/>
    <p:sldLayoutId id="2147484107" r:id="rId7"/>
    <p:sldLayoutId id="2147484108" r:id="rId8"/>
    <p:sldLayoutId id="2147484109" r:id="rId9"/>
    <p:sldLayoutId id="2147484121" r:id="rId10"/>
    <p:sldLayoutId id="2147484124" r:id="rId11"/>
    <p:sldLayoutId id="2147484039" r:id="rId12"/>
    <p:sldLayoutId id="2147484114" r:id="rId13"/>
    <p:sldLayoutId id="2147484115" r:id="rId14"/>
    <p:sldLayoutId id="2147484116" r:id="rId15"/>
    <p:sldLayoutId id="2147484117" r:id="rId16"/>
    <p:sldLayoutId id="2147484126" r:id="rId17"/>
    <p:sldLayoutId id="2147483723" r:id="rId18"/>
  </p:sldLayoutIdLst>
  <p:hf hdr="0" ftr="0"/>
  <p:txStyles>
    <p:title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2"/>
          </a:solidFill>
          <a:latin typeface="Corben" panose="020F0503020000020004" pitchFamily="34" charset="0"/>
        </a:defRPr>
      </a:lvl2pPr>
      <a:lvl3pPr algn="l" rtl="0" eaLnBrk="1" fontAlgn="base" hangingPunct="1">
        <a:lnSpc>
          <a:spcPct val="90000"/>
        </a:lnSpc>
        <a:spcBef>
          <a:spcPct val="0"/>
        </a:spcBef>
        <a:spcAft>
          <a:spcPct val="0"/>
        </a:spcAft>
        <a:defRPr sz="4400">
          <a:solidFill>
            <a:schemeClr val="tx2"/>
          </a:solidFill>
          <a:latin typeface="Corben" panose="020F0503020000020004" pitchFamily="34" charset="0"/>
        </a:defRPr>
      </a:lvl3pPr>
      <a:lvl4pPr algn="l" rtl="0" eaLnBrk="1" fontAlgn="base" hangingPunct="1">
        <a:lnSpc>
          <a:spcPct val="90000"/>
        </a:lnSpc>
        <a:spcBef>
          <a:spcPct val="0"/>
        </a:spcBef>
        <a:spcAft>
          <a:spcPct val="0"/>
        </a:spcAft>
        <a:defRPr sz="4400">
          <a:solidFill>
            <a:schemeClr val="tx2"/>
          </a:solidFill>
          <a:latin typeface="Corben" panose="020F0503020000020004" pitchFamily="34" charset="0"/>
        </a:defRPr>
      </a:lvl4pPr>
      <a:lvl5pPr algn="l" rtl="0" eaLnBrk="1" fontAlgn="base" hangingPunct="1">
        <a:lnSpc>
          <a:spcPct val="90000"/>
        </a:lnSpc>
        <a:spcBef>
          <a:spcPct val="0"/>
        </a:spcBef>
        <a:spcAft>
          <a:spcPct val="0"/>
        </a:spcAft>
        <a:defRPr sz="4400">
          <a:solidFill>
            <a:schemeClr val="tx2"/>
          </a:solidFill>
          <a:latin typeface="Corben" panose="020F0503020000020004" pitchFamily="34" charset="0"/>
        </a:defRPr>
      </a:lvl5pPr>
      <a:lvl6pPr marL="457200" algn="l" rtl="0" eaLnBrk="1" fontAlgn="base" hangingPunct="1">
        <a:lnSpc>
          <a:spcPct val="90000"/>
        </a:lnSpc>
        <a:spcBef>
          <a:spcPct val="0"/>
        </a:spcBef>
        <a:spcAft>
          <a:spcPct val="0"/>
        </a:spcAft>
        <a:defRPr sz="4400">
          <a:solidFill>
            <a:schemeClr val="tx1"/>
          </a:solidFill>
          <a:latin typeface="Corben" panose="020F0503020000020004" pitchFamily="34" charset="0"/>
        </a:defRPr>
      </a:lvl6pPr>
      <a:lvl7pPr marL="914400" algn="l" rtl="0" eaLnBrk="1" fontAlgn="base" hangingPunct="1">
        <a:lnSpc>
          <a:spcPct val="90000"/>
        </a:lnSpc>
        <a:spcBef>
          <a:spcPct val="0"/>
        </a:spcBef>
        <a:spcAft>
          <a:spcPct val="0"/>
        </a:spcAft>
        <a:defRPr sz="4400">
          <a:solidFill>
            <a:schemeClr val="tx1"/>
          </a:solidFill>
          <a:latin typeface="Corben" panose="020F0503020000020004" pitchFamily="34" charset="0"/>
        </a:defRPr>
      </a:lvl7pPr>
      <a:lvl8pPr marL="1371600" algn="l" rtl="0" eaLnBrk="1" fontAlgn="base" hangingPunct="1">
        <a:lnSpc>
          <a:spcPct val="90000"/>
        </a:lnSpc>
        <a:spcBef>
          <a:spcPct val="0"/>
        </a:spcBef>
        <a:spcAft>
          <a:spcPct val="0"/>
        </a:spcAft>
        <a:defRPr sz="4400">
          <a:solidFill>
            <a:schemeClr val="tx1"/>
          </a:solidFill>
          <a:latin typeface="Corben" panose="020F0503020000020004" pitchFamily="34" charset="0"/>
        </a:defRPr>
      </a:lvl8pPr>
      <a:lvl9pPr marL="1828800" algn="l" rtl="0" eaLnBrk="1" fontAlgn="base" hangingPunct="1">
        <a:lnSpc>
          <a:spcPct val="90000"/>
        </a:lnSpc>
        <a:spcBef>
          <a:spcPct val="0"/>
        </a:spcBef>
        <a:spcAft>
          <a:spcPct val="0"/>
        </a:spcAft>
        <a:defRPr sz="4400">
          <a:solidFill>
            <a:schemeClr val="tx1"/>
          </a:solidFill>
          <a:latin typeface="Corben" panose="020F05030200000200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b="0" i="0" kern="1200">
          <a:solidFill>
            <a:schemeClr val="tx1"/>
          </a:solidFill>
          <a:latin typeface="Schibsted Grotesk Bold" pitchFamily="2" charset="77"/>
          <a:ea typeface="Schibsted Grotesk Bold" pitchFamily="2" charset="77"/>
          <a:cs typeface="Schibsted Grotesk Bold" pitchFamily="2" charset="77"/>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Schibsted Grotesk Bold" pitchFamily="2" charset="0"/>
          <a:ea typeface="Schibsted Grotesk Bold" pitchFamily="2" charset="0"/>
          <a:cs typeface="Schibsted Grotesk Bold" pitchFamily="2"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800" kern="1200">
          <a:solidFill>
            <a:schemeClr val="tx1"/>
          </a:solidFill>
          <a:latin typeface="Schibsted Grotesk Bold" pitchFamily="2" charset="0"/>
          <a:ea typeface="Schibsted Grotesk Bold" pitchFamily="2" charset="0"/>
          <a:cs typeface="Schibsted Grotesk Bold" pitchFamily="2"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Schibsted Grotesk Bold" pitchFamily="2" charset="0"/>
          <a:ea typeface="Schibsted Grotesk Bold" pitchFamily="2" charset="0"/>
          <a:cs typeface="Schibsted Grotesk Bold" pitchFamily="2"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Schibsted Grotesk Bold" pitchFamily="2" charset="0"/>
          <a:ea typeface="Schibsted Grotesk Bold" pitchFamily="2" charset="0"/>
          <a:cs typeface="Schibsted Grotesk 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922759F-D7FB-1ED1-2C23-DA59BA6AC0F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B672BB9-9B3A-D7A0-EFFC-F205FBC9859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endParaRPr>
          </a:p>
        </p:txBody>
      </p:sp>
      <p:sp>
        <p:nvSpPr>
          <p:cNvPr id="4" name="Date Placeholder 3">
            <a:extLst>
              <a:ext uri="{FF2B5EF4-FFF2-40B4-BE49-F238E27FC236}">
                <a16:creationId xmlns:a16="http://schemas.microsoft.com/office/drawing/2014/main" id="{7B322091-7033-E3BC-457E-7E0D8DB6B3DD}"/>
              </a:ext>
            </a:extLst>
          </p:cNvPr>
          <p:cNvSpPr>
            <a:spLocks noGrp="1"/>
          </p:cNvSpPr>
          <p:nvPr>
            <p:ph type="dt" sz="half" idx="2"/>
          </p:nvPr>
        </p:nvSpPr>
        <p:spPr>
          <a:xfrm>
            <a:off x="838200" y="6292800"/>
            <a:ext cx="2743200" cy="365125"/>
          </a:xfrm>
          <a:prstGeom prst="rect">
            <a:avLst/>
          </a:prstGeom>
        </p:spPr>
        <p:txBody>
          <a:bodyPr vert="horz" lIns="91440" tIns="45720" rIns="91440" bIns="45720" rtlCol="0" anchor="ctr"/>
          <a:lstStyle>
            <a:lvl1pPr algn="l">
              <a:defRPr sz="1200">
                <a:solidFill>
                  <a:schemeClr val="tx1"/>
                </a:solidFill>
                <a:latin typeface="Schibsted Grotesk Bold" pitchFamily="2" charset="0"/>
                <a:cs typeface="Schibsted Grotesk Bold" pitchFamily="2" charset="0"/>
              </a:defRPr>
            </a:lvl1pPr>
          </a:lstStyle>
          <a:p>
            <a:pPr eaLnBrk="0" fontAlgn="base" hangingPunct="0">
              <a:spcBef>
                <a:spcPct val="0"/>
              </a:spcBef>
              <a:spcAft>
                <a:spcPct val="0"/>
              </a:spcAft>
              <a:defRPr/>
            </a:pPr>
            <a:endParaRPr lang="en-US"/>
          </a:p>
        </p:txBody>
      </p:sp>
      <p:sp>
        <p:nvSpPr>
          <p:cNvPr id="6" name="Slide Number Placeholder 5">
            <a:extLst>
              <a:ext uri="{FF2B5EF4-FFF2-40B4-BE49-F238E27FC236}">
                <a16:creationId xmlns:a16="http://schemas.microsoft.com/office/drawing/2014/main" id="{E99824FA-DFCA-8384-A837-F0101CFF0CCE}"/>
              </a:ext>
            </a:extLst>
          </p:cNvPr>
          <p:cNvSpPr>
            <a:spLocks noGrp="1"/>
          </p:cNvSpPr>
          <p:nvPr>
            <p:ph type="sldNum" sz="quarter" idx="4"/>
          </p:nvPr>
        </p:nvSpPr>
        <p:spPr>
          <a:xfrm>
            <a:off x="284400" y="6292800"/>
            <a:ext cx="553800" cy="365125"/>
          </a:xfrm>
          <a:prstGeom prst="rect">
            <a:avLst/>
          </a:prstGeom>
        </p:spPr>
        <p:txBody>
          <a:bodyPr vert="horz" lIns="91440" tIns="45720" rIns="91440" bIns="45720" rtlCol="0" anchor="ctr"/>
          <a:lstStyle>
            <a:lvl1pPr>
              <a:defRPr lang="en-US" sz="1200" b="0" i="0" smtClean="0">
                <a:solidFill>
                  <a:schemeClr val="tx1"/>
                </a:solidFill>
                <a:latin typeface="SCHIBSTED GROTESK BOLD" pitchFamily="2" charset="77"/>
                <a:cs typeface="SCHIBSTED GROTESK BOLD" pitchFamily="2" charset="77"/>
              </a:defRPr>
            </a:lvl1pPr>
          </a:lstStyle>
          <a:p>
            <a:pPr eaLnBrk="0" fontAlgn="base" hangingPunct="0">
              <a:spcBef>
                <a:spcPct val="0"/>
              </a:spcBef>
              <a:spcAft>
                <a:spcPct val="0"/>
              </a:spcAft>
              <a:defRPr/>
            </a:pPr>
            <a:fld id="{CDA0844F-A90E-AF4F-B42D-C0C063968EC9}" type="slidenum">
              <a:rPr lang="en-GB" smtClean="0"/>
              <a:pPr eaLnBrk="0" fontAlgn="base" hangingPunct="0">
                <a:spcBef>
                  <a:spcPct val="0"/>
                </a:spcBef>
                <a:spcAft>
                  <a:spcPct val="0"/>
                </a:spcAft>
                <a:defRPr/>
              </a:pPr>
              <a:t>‹#›</a:t>
            </a:fld>
            <a:endParaRPr lang="en-GB"/>
          </a:p>
        </p:txBody>
      </p:sp>
    </p:spTree>
    <p:extLst>
      <p:ext uri="{BB962C8B-B14F-4D97-AF65-F5344CB8AC3E}">
        <p14:creationId xmlns:p14="http://schemas.microsoft.com/office/powerpoint/2010/main" val="736844989"/>
      </p:ext>
    </p:extLst>
  </p:cSld>
  <p:clrMap bg1="lt1" tx1="dk1" bg2="lt2" tx2="dk2" accent1="accent1" accent2="accent2" accent3="accent3" accent4="accent4" accent5="accent5" accent6="accent6" hlink="hlink" folHlink="folHlink"/>
  <p:sldLayoutIdLst>
    <p:sldLayoutId id="2147483708" r:id="rId1"/>
    <p:sldLayoutId id="2147483715" r:id="rId2"/>
    <p:sldLayoutId id="2147483709" r:id="rId3"/>
    <p:sldLayoutId id="2147483716" r:id="rId4"/>
    <p:sldLayoutId id="2147483711" r:id="rId5"/>
    <p:sldLayoutId id="2147483712" r:id="rId6"/>
    <p:sldLayoutId id="2147483717" r:id="rId7"/>
    <p:sldLayoutId id="2147483718" r:id="rId8"/>
    <p:sldLayoutId id="2147483719" r:id="rId9"/>
    <p:sldLayoutId id="2147484210" r:id="rId10"/>
  </p:sldLayoutIdLst>
  <p:hf hdr="0" ftr="0"/>
  <p:txStyles>
    <p:title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2"/>
          </a:solidFill>
          <a:latin typeface="Corben" panose="020F0503020000020004" pitchFamily="34" charset="0"/>
        </a:defRPr>
      </a:lvl2pPr>
      <a:lvl3pPr algn="l" rtl="0" eaLnBrk="1" fontAlgn="base" hangingPunct="1">
        <a:lnSpc>
          <a:spcPct val="90000"/>
        </a:lnSpc>
        <a:spcBef>
          <a:spcPct val="0"/>
        </a:spcBef>
        <a:spcAft>
          <a:spcPct val="0"/>
        </a:spcAft>
        <a:defRPr sz="4400">
          <a:solidFill>
            <a:schemeClr val="tx2"/>
          </a:solidFill>
          <a:latin typeface="Corben" panose="020F0503020000020004" pitchFamily="34" charset="0"/>
        </a:defRPr>
      </a:lvl3pPr>
      <a:lvl4pPr algn="l" rtl="0" eaLnBrk="1" fontAlgn="base" hangingPunct="1">
        <a:lnSpc>
          <a:spcPct val="90000"/>
        </a:lnSpc>
        <a:spcBef>
          <a:spcPct val="0"/>
        </a:spcBef>
        <a:spcAft>
          <a:spcPct val="0"/>
        </a:spcAft>
        <a:defRPr sz="4400">
          <a:solidFill>
            <a:schemeClr val="tx2"/>
          </a:solidFill>
          <a:latin typeface="Corben" panose="020F0503020000020004" pitchFamily="34" charset="0"/>
        </a:defRPr>
      </a:lvl4pPr>
      <a:lvl5pPr algn="l" rtl="0" eaLnBrk="1" fontAlgn="base" hangingPunct="1">
        <a:lnSpc>
          <a:spcPct val="90000"/>
        </a:lnSpc>
        <a:spcBef>
          <a:spcPct val="0"/>
        </a:spcBef>
        <a:spcAft>
          <a:spcPct val="0"/>
        </a:spcAft>
        <a:defRPr sz="4400">
          <a:solidFill>
            <a:schemeClr val="tx2"/>
          </a:solidFill>
          <a:latin typeface="Corben" panose="020F0503020000020004" pitchFamily="34" charset="0"/>
        </a:defRPr>
      </a:lvl5pPr>
      <a:lvl6pPr marL="457200" algn="l" rtl="0" eaLnBrk="1" fontAlgn="base" hangingPunct="1">
        <a:lnSpc>
          <a:spcPct val="90000"/>
        </a:lnSpc>
        <a:spcBef>
          <a:spcPct val="0"/>
        </a:spcBef>
        <a:spcAft>
          <a:spcPct val="0"/>
        </a:spcAft>
        <a:defRPr sz="4400">
          <a:solidFill>
            <a:schemeClr val="tx1"/>
          </a:solidFill>
          <a:latin typeface="Corben" panose="020F0503020000020004" pitchFamily="34" charset="0"/>
        </a:defRPr>
      </a:lvl6pPr>
      <a:lvl7pPr marL="914400" algn="l" rtl="0" eaLnBrk="1" fontAlgn="base" hangingPunct="1">
        <a:lnSpc>
          <a:spcPct val="90000"/>
        </a:lnSpc>
        <a:spcBef>
          <a:spcPct val="0"/>
        </a:spcBef>
        <a:spcAft>
          <a:spcPct val="0"/>
        </a:spcAft>
        <a:defRPr sz="4400">
          <a:solidFill>
            <a:schemeClr val="tx1"/>
          </a:solidFill>
          <a:latin typeface="Corben" panose="020F0503020000020004" pitchFamily="34" charset="0"/>
        </a:defRPr>
      </a:lvl7pPr>
      <a:lvl8pPr marL="1371600" algn="l" rtl="0" eaLnBrk="1" fontAlgn="base" hangingPunct="1">
        <a:lnSpc>
          <a:spcPct val="90000"/>
        </a:lnSpc>
        <a:spcBef>
          <a:spcPct val="0"/>
        </a:spcBef>
        <a:spcAft>
          <a:spcPct val="0"/>
        </a:spcAft>
        <a:defRPr sz="4400">
          <a:solidFill>
            <a:schemeClr val="tx1"/>
          </a:solidFill>
          <a:latin typeface="Corben" panose="020F0503020000020004" pitchFamily="34" charset="0"/>
        </a:defRPr>
      </a:lvl8pPr>
      <a:lvl9pPr marL="1828800" algn="l" rtl="0" eaLnBrk="1" fontAlgn="base" hangingPunct="1">
        <a:lnSpc>
          <a:spcPct val="90000"/>
        </a:lnSpc>
        <a:spcBef>
          <a:spcPct val="0"/>
        </a:spcBef>
        <a:spcAft>
          <a:spcPct val="0"/>
        </a:spcAft>
        <a:defRPr sz="4400">
          <a:solidFill>
            <a:schemeClr val="tx1"/>
          </a:solidFill>
          <a:latin typeface="Corben" panose="020F05030200000200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b="1" kern="1200">
          <a:solidFill>
            <a:schemeClr val="tx1"/>
          </a:solidFill>
          <a:latin typeface="+mn-lt"/>
          <a:ea typeface="Schibsted Grotesk" pitchFamily="2" charset="77"/>
          <a:cs typeface="Schibsted Grotesk" pitchFamily="2" charset="77"/>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Schibsted Grotesk Bold" pitchFamily="2" charset="77"/>
          <a:cs typeface="Schibsted Grotesk Bold" pitchFamily="2" charset="77"/>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Schibsted Grotesk Bold" pitchFamily="2" charset="77"/>
          <a:cs typeface="Schibsted Grotesk Bold" pitchFamily="2" charset="77"/>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Schibsted Grotesk Bold" pitchFamily="2" charset="77"/>
          <a:cs typeface="Schibsted Grotesk Bold" pitchFamily="2" charset="77"/>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800" kern="1200">
          <a:solidFill>
            <a:schemeClr val="tx1"/>
          </a:solidFill>
          <a:latin typeface="+mn-lt"/>
          <a:ea typeface="Schibsted Grotesk Bold" pitchFamily="2" charset="77"/>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A2CD7D-7E4A-946C-7FB6-1FB49FA433BE}"/>
              </a:ext>
            </a:extLst>
          </p:cNvPr>
          <p:cNvSpPr>
            <a:spLocks noGrp="1"/>
          </p:cNvSpPr>
          <p:nvPr>
            <p:ph type="title"/>
          </p:nvPr>
        </p:nvSpPr>
        <p:spPr>
          <a:xfrm>
            <a:off x="836191" y="0"/>
            <a:ext cx="10515600" cy="681037"/>
          </a:xfrm>
          <a:prstGeom prst="roundRect">
            <a:avLst>
              <a:gd name="adj" fmla="val 697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fontAlgn="base">
              <a:spcAft>
                <a:spcPct val="0"/>
              </a:spcAft>
            </a:pPr>
            <a:r>
              <a:rPr lang="en-US"/>
              <a:t>Click to edit Master title style</a:t>
            </a:r>
            <a:endParaRPr lang="en-GB"/>
          </a:p>
        </p:txBody>
      </p:sp>
      <p:sp>
        <p:nvSpPr>
          <p:cNvPr id="3" name="Text Placeholder 2">
            <a:extLst>
              <a:ext uri="{FF2B5EF4-FFF2-40B4-BE49-F238E27FC236}">
                <a16:creationId xmlns:a16="http://schemas.microsoft.com/office/drawing/2014/main" id="{CE97934C-0201-127F-D1B0-DF9C54284E52}"/>
              </a:ext>
            </a:extLst>
          </p:cNvPr>
          <p:cNvSpPr>
            <a:spLocks noGrp="1"/>
          </p:cNvSpPr>
          <p:nvPr>
            <p:ph type="body" idx="1"/>
          </p:nvPr>
        </p:nvSpPr>
        <p:spPr>
          <a:xfrm>
            <a:off x="838200" y="1530219"/>
            <a:ext cx="10515600" cy="4646743"/>
          </a:xfrm>
          <a:prstGeom prst="roundRect">
            <a:avLst>
              <a:gd name="adj" fmla="val 165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endParaRPr>
          </a:p>
        </p:txBody>
      </p:sp>
      <p:sp>
        <p:nvSpPr>
          <p:cNvPr id="4" name="Date Placeholder 3">
            <a:extLst>
              <a:ext uri="{FF2B5EF4-FFF2-40B4-BE49-F238E27FC236}">
                <a16:creationId xmlns:a16="http://schemas.microsoft.com/office/drawing/2014/main" id="{C72D8BE2-9EB8-F843-66B8-5C8ECEEC7F0B}"/>
              </a:ext>
            </a:extLst>
          </p:cNvPr>
          <p:cNvSpPr>
            <a:spLocks noGrp="1"/>
          </p:cNvSpPr>
          <p:nvPr>
            <p:ph type="dt" sz="half" idx="2"/>
          </p:nvPr>
        </p:nvSpPr>
        <p:spPr>
          <a:xfrm>
            <a:off x="838200" y="6292800"/>
            <a:ext cx="2743200" cy="365125"/>
          </a:xfrm>
          <a:prstGeom prst="rect">
            <a:avLst/>
          </a:prstGeom>
        </p:spPr>
        <p:txBody>
          <a:bodyPr vert="horz" lIns="91440" tIns="45720" rIns="91440" bIns="45720" rtlCol="0" anchor="ctr"/>
          <a:lstStyle>
            <a:lvl1pPr algn="l">
              <a:defRPr sz="1200">
                <a:solidFill>
                  <a:schemeClr val="tx1"/>
                </a:solidFill>
                <a:latin typeface="Schibsted Grotesk Bold" pitchFamily="2" charset="0"/>
                <a:cs typeface="Schibsted Grotesk 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0B0E9E5F-2DB8-7185-5572-D707906381EC}"/>
              </a:ext>
            </a:extLst>
          </p:cNvPr>
          <p:cNvSpPr>
            <a:spLocks noGrp="1"/>
          </p:cNvSpPr>
          <p:nvPr>
            <p:ph type="sldNum" sz="quarter" idx="4"/>
          </p:nvPr>
        </p:nvSpPr>
        <p:spPr>
          <a:xfrm>
            <a:off x="284400" y="6292800"/>
            <a:ext cx="551791" cy="365125"/>
          </a:xfrm>
          <a:prstGeom prst="rect">
            <a:avLst/>
          </a:prstGeom>
        </p:spPr>
        <p:txBody>
          <a:bodyPr vert="horz" lIns="91440" tIns="45720" rIns="91440" bIns="45720" rtlCol="0" anchor="ctr"/>
          <a:lstStyle>
            <a:lvl1pPr>
              <a:defRPr kumimoji="0" lang="en-GB" sz="1200" b="0" i="0" u="none" strike="noStrike" cap="none" spc="0" normalizeH="0" baseline="0" smtClean="0">
                <a:ln>
                  <a:noFill/>
                </a:ln>
                <a:solidFill>
                  <a:schemeClr val="tx1"/>
                </a:solidFill>
                <a:effectLst/>
                <a:uLnTx/>
                <a:uFillTx/>
                <a:latin typeface="SCHIBSTED GROTESK BOLD" pitchFamily="2" charset="77"/>
                <a:cs typeface="SCHIBSTED GROTESK BOLD" pitchFamily="2" charset="77"/>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0" name="Rectangle 4">
            <a:extLst>
              <a:ext uri="{FF2B5EF4-FFF2-40B4-BE49-F238E27FC236}">
                <a16:creationId xmlns:a16="http://schemas.microsoft.com/office/drawing/2014/main" id="{400343E8-850B-B2B9-8553-A8B613F11CCA}"/>
              </a:ext>
            </a:extLst>
          </p:cNvPr>
          <p:cNvSpPr/>
          <p:nvPr userDrawn="1"/>
        </p:nvSpPr>
        <p:spPr>
          <a:xfrm rot="10800000">
            <a:off x="10293494" y="6176962"/>
            <a:ext cx="1898504" cy="681036"/>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11" name="Picture 7">
            <a:extLst>
              <a:ext uri="{FF2B5EF4-FFF2-40B4-BE49-F238E27FC236}">
                <a16:creationId xmlns:a16="http://schemas.microsoft.com/office/drawing/2014/main" id="{2CB14ABA-6F47-CD61-E2B0-E738B45BA30E}"/>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656026" y="6272256"/>
            <a:ext cx="1434374" cy="53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7772526"/>
      </p:ext>
    </p:extLst>
  </p:cSld>
  <p:clrMap bg1="lt1" tx1="dk1" bg2="lt2" tx2="dk2" accent1="accent1" accent2="accent2" accent3="accent3" accent4="accent4" accent5="accent5" accent6="accent6" hlink="hlink" folHlink="folHlink"/>
  <p:sldLayoutIdLst>
    <p:sldLayoutId id="2147484140" r:id="rId1"/>
    <p:sldLayoutId id="2147484141" r:id="rId2"/>
    <p:sldLayoutId id="2147484142" r:id="rId3"/>
    <p:sldLayoutId id="2147484143" r:id="rId4"/>
    <p:sldLayoutId id="2147484144" r:id="rId5"/>
    <p:sldLayoutId id="2147484145" r:id="rId6"/>
    <p:sldLayoutId id="2147484149" r:id="rId7"/>
    <p:sldLayoutId id="2147484150" r:id="rId8"/>
  </p:sldLayoutIdLst>
  <p:hf hdr="0" ftr="0"/>
  <p:txStyles>
    <p:titleStyle>
      <a:lvl1pPr algn="l" defTabSz="914400" rtl="0" eaLnBrk="1" latinLnBrk="0" hangingPunct="1">
        <a:lnSpc>
          <a:spcPct val="90000"/>
        </a:lnSpc>
        <a:spcBef>
          <a:spcPct val="0"/>
        </a:spcBef>
        <a:buNone/>
        <a:defRPr lang="en-GB"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000" b="0" kern="1200" smtClean="0">
          <a:solidFill>
            <a:schemeClr val="tx1"/>
          </a:solidFill>
          <a:latin typeface="+mn-lt"/>
          <a:ea typeface="+mn-ea"/>
          <a:cs typeface="Schibsted Grotesk Bold"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tx1"/>
          </a:solidFill>
          <a:latin typeface="+mn-lt"/>
          <a:ea typeface="+mn-ea"/>
          <a:cs typeface="Schibsted Grotesk Bold"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tx1"/>
          </a:solidFill>
          <a:latin typeface="+mn-lt"/>
          <a:ea typeface="+mn-ea"/>
          <a:cs typeface="Schibsted Grotesk Bold"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200" kern="1200" smtClean="0">
          <a:solidFill>
            <a:schemeClr val="tx1"/>
          </a:solidFill>
          <a:latin typeface="+mn-lt"/>
          <a:ea typeface="+mn-ea"/>
          <a:cs typeface="Schibsted Grotesk Bold"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lang="en-GB" sz="800" kern="1200">
          <a:solidFill>
            <a:schemeClr val="tx1"/>
          </a:solidFill>
          <a:latin typeface="+mn-lt"/>
          <a:ea typeface="+mn-ea"/>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A2CD7D-7E4A-946C-7FB6-1FB49FA433BE}"/>
              </a:ext>
            </a:extLst>
          </p:cNvPr>
          <p:cNvSpPr>
            <a:spLocks noGrp="1"/>
          </p:cNvSpPr>
          <p:nvPr>
            <p:ph type="title"/>
          </p:nvPr>
        </p:nvSpPr>
        <p:spPr>
          <a:xfrm>
            <a:off x="836191" y="0"/>
            <a:ext cx="10515600" cy="681037"/>
          </a:xfrm>
          <a:prstGeom prst="roundRect">
            <a:avLst>
              <a:gd name="adj" fmla="val 697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fontAlgn="base">
              <a:spcAft>
                <a:spcPct val="0"/>
              </a:spcAft>
            </a:pPr>
            <a:r>
              <a:rPr lang="en-US"/>
              <a:t>Click to edit Master title style</a:t>
            </a:r>
            <a:endParaRPr lang="en-GB"/>
          </a:p>
        </p:txBody>
      </p:sp>
      <p:sp>
        <p:nvSpPr>
          <p:cNvPr id="3" name="Text Placeholder 2">
            <a:extLst>
              <a:ext uri="{FF2B5EF4-FFF2-40B4-BE49-F238E27FC236}">
                <a16:creationId xmlns:a16="http://schemas.microsoft.com/office/drawing/2014/main" id="{CE97934C-0201-127F-D1B0-DF9C54284E52}"/>
              </a:ext>
            </a:extLst>
          </p:cNvPr>
          <p:cNvSpPr>
            <a:spLocks noGrp="1"/>
          </p:cNvSpPr>
          <p:nvPr>
            <p:ph type="body" idx="1"/>
          </p:nvPr>
        </p:nvSpPr>
        <p:spPr>
          <a:xfrm>
            <a:off x="838200" y="1530219"/>
            <a:ext cx="10515600" cy="4646743"/>
          </a:xfrm>
          <a:prstGeom prst="roundRect">
            <a:avLst>
              <a:gd name="adj" fmla="val 165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endParaRPr>
          </a:p>
        </p:txBody>
      </p:sp>
      <p:sp>
        <p:nvSpPr>
          <p:cNvPr id="4" name="Date Placeholder 3">
            <a:extLst>
              <a:ext uri="{FF2B5EF4-FFF2-40B4-BE49-F238E27FC236}">
                <a16:creationId xmlns:a16="http://schemas.microsoft.com/office/drawing/2014/main" id="{C72D8BE2-9EB8-F843-66B8-5C8ECEEC7F0B}"/>
              </a:ext>
            </a:extLst>
          </p:cNvPr>
          <p:cNvSpPr>
            <a:spLocks noGrp="1"/>
          </p:cNvSpPr>
          <p:nvPr>
            <p:ph type="dt" sz="half" idx="2"/>
          </p:nvPr>
        </p:nvSpPr>
        <p:spPr>
          <a:xfrm>
            <a:off x="838200" y="6292800"/>
            <a:ext cx="2743200" cy="365125"/>
          </a:xfrm>
          <a:prstGeom prst="rect">
            <a:avLst/>
          </a:prstGeom>
        </p:spPr>
        <p:txBody>
          <a:bodyPr vert="horz" lIns="91440" tIns="45720" rIns="91440" bIns="45720" rtlCol="0" anchor="ctr"/>
          <a:lstStyle>
            <a:lvl1pPr algn="l">
              <a:defRPr sz="1200">
                <a:solidFill>
                  <a:schemeClr val="tx1"/>
                </a:solidFill>
                <a:latin typeface="Schibsted Grotesk Bold" pitchFamily="2" charset="0"/>
                <a:cs typeface="Schibsted Grotesk 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chibsted Grotesk Bold" pitchFamily="2" charset="0"/>
              <a:ea typeface="+mn-ea"/>
              <a:cs typeface="Schibsted Grotesk Bold" pitchFamily="2" charset="0"/>
            </a:endParaRPr>
          </a:p>
        </p:txBody>
      </p:sp>
      <p:sp>
        <p:nvSpPr>
          <p:cNvPr id="6" name="Slide Number Placeholder 5">
            <a:extLst>
              <a:ext uri="{FF2B5EF4-FFF2-40B4-BE49-F238E27FC236}">
                <a16:creationId xmlns:a16="http://schemas.microsoft.com/office/drawing/2014/main" id="{0B0E9E5F-2DB8-7185-5572-D707906381EC}"/>
              </a:ext>
            </a:extLst>
          </p:cNvPr>
          <p:cNvSpPr>
            <a:spLocks noGrp="1"/>
          </p:cNvSpPr>
          <p:nvPr>
            <p:ph type="sldNum" sz="quarter" idx="4"/>
          </p:nvPr>
        </p:nvSpPr>
        <p:spPr>
          <a:xfrm>
            <a:off x="284400" y="6292800"/>
            <a:ext cx="551791" cy="365125"/>
          </a:xfrm>
          <a:prstGeom prst="rect">
            <a:avLst/>
          </a:prstGeom>
        </p:spPr>
        <p:txBody>
          <a:bodyPr vert="horz" lIns="91440" tIns="45720" rIns="91440" bIns="45720" rtlCol="0" anchor="ctr"/>
          <a:lstStyle>
            <a:lvl1pPr>
              <a:defRPr kumimoji="0" lang="en-GB" sz="1200" b="0" i="0" u="none" strike="noStrike" cap="none" spc="0" normalizeH="0" baseline="0" smtClean="0">
                <a:ln>
                  <a:noFill/>
                </a:ln>
                <a:solidFill>
                  <a:schemeClr val="tx1"/>
                </a:solidFill>
                <a:effectLst/>
                <a:uLnTx/>
                <a:uFillTx/>
                <a:latin typeface="SCHIBSTED GROTESK BOLD" pitchFamily="2" charset="77"/>
                <a:cs typeface="SCHIBSTED GROTESK BOLD" pitchFamily="2" charset="77"/>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10" name="Rectangle 4">
            <a:extLst>
              <a:ext uri="{FF2B5EF4-FFF2-40B4-BE49-F238E27FC236}">
                <a16:creationId xmlns:a16="http://schemas.microsoft.com/office/drawing/2014/main" id="{400343E8-850B-B2B9-8553-A8B613F11CCA}"/>
              </a:ext>
            </a:extLst>
          </p:cNvPr>
          <p:cNvSpPr/>
          <p:nvPr userDrawn="1"/>
        </p:nvSpPr>
        <p:spPr>
          <a:xfrm rot="10800000">
            <a:off x="10293494" y="6176962"/>
            <a:ext cx="1898504" cy="681036"/>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chibsted Grotesk Bold" pitchFamily="2" charset="77"/>
              <a:ea typeface="+mn-ea"/>
              <a:cs typeface="+mn-cs"/>
            </a:endParaRPr>
          </a:p>
        </p:txBody>
      </p:sp>
      <p:pic>
        <p:nvPicPr>
          <p:cNvPr id="11" name="Picture 7">
            <a:extLst>
              <a:ext uri="{FF2B5EF4-FFF2-40B4-BE49-F238E27FC236}">
                <a16:creationId xmlns:a16="http://schemas.microsoft.com/office/drawing/2014/main" id="{2CB14ABA-6F47-CD61-E2B0-E738B45BA30E}"/>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656026" y="6272256"/>
            <a:ext cx="1434374" cy="53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0066397"/>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Lst>
  <p:hf hdr="0" ftr="0"/>
  <p:txStyles>
    <p:titleStyle>
      <a:lvl1pPr algn="l" defTabSz="914400" rtl="0" eaLnBrk="1" latinLnBrk="0" hangingPunct="1">
        <a:lnSpc>
          <a:spcPct val="90000"/>
        </a:lnSpc>
        <a:spcBef>
          <a:spcPct val="0"/>
        </a:spcBef>
        <a:buNone/>
        <a:defRPr lang="en-GB"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000" b="0" kern="1200" smtClean="0">
          <a:solidFill>
            <a:schemeClr val="tx1"/>
          </a:solidFill>
          <a:latin typeface="+mn-lt"/>
          <a:ea typeface="+mn-ea"/>
          <a:cs typeface="Schibsted Grotesk Bold"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tx1"/>
          </a:solidFill>
          <a:latin typeface="+mn-lt"/>
          <a:ea typeface="+mn-ea"/>
          <a:cs typeface="Schibsted Grotesk Bold"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tx1"/>
          </a:solidFill>
          <a:latin typeface="+mn-lt"/>
          <a:ea typeface="+mn-ea"/>
          <a:cs typeface="Schibsted Grotesk Bold"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200" kern="1200" smtClean="0">
          <a:solidFill>
            <a:schemeClr val="tx1"/>
          </a:solidFill>
          <a:latin typeface="+mn-lt"/>
          <a:ea typeface="+mn-ea"/>
          <a:cs typeface="Schibsted Grotesk Bold"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lang="en-GB" sz="800" kern="1200">
          <a:solidFill>
            <a:schemeClr val="tx1"/>
          </a:solidFill>
          <a:latin typeface="+mn-lt"/>
          <a:ea typeface="+mn-ea"/>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A2CD7D-7E4A-946C-7FB6-1FB49FA433BE}"/>
              </a:ext>
            </a:extLst>
          </p:cNvPr>
          <p:cNvSpPr>
            <a:spLocks noGrp="1"/>
          </p:cNvSpPr>
          <p:nvPr>
            <p:ph type="title"/>
          </p:nvPr>
        </p:nvSpPr>
        <p:spPr>
          <a:xfrm>
            <a:off x="836191" y="0"/>
            <a:ext cx="10515600" cy="681037"/>
          </a:xfrm>
          <a:prstGeom prst="roundRect">
            <a:avLst>
              <a:gd name="adj" fmla="val 697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fontAlgn="base">
              <a:spcAft>
                <a:spcPct val="0"/>
              </a:spcAft>
            </a:pPr>
            <a:r>
              <a:rPr lang="en-US"/>
              <a:t>Click to edit Master title style</a:t>
            </a:r>
            <a:endParaRPr lang="en-GB"/>
          </a:p>
        </p:txBody>
      </p:sp>
      <p:sp>
        <p:nvSpPr>
          <p:cNvPr id="3" name="Text Placeholder 2">
            <a:extLst>
              <a:ext uri="{FF2B5EF4-FFF2-40B4-BE49-F238E27FC236}">
                <a16:creationId xmlns:a16="http://schemas.microsoft.com/office/drawing/2014/main" id="{CE97934C-0201-127F-D1B0-DF9C54284E52}"/>
              </a:ext>
            </a:extLst>
          </p:cNvPr>
          <p:cNvSpPr>
            <a:spLocks noGrp="1"/>
          </p:cNvSpPr>
          <p:nvPr>
            <p:ph type="body" idx="1"/>
          </p:nvPr>
        </p:nvSpPr>
        <p:spPr>
          <a:xfrm>
            <a:off x="838200" y="1530219"/>
            <a:ext cx="10515600" cy="4646743"/>
          </a:xfrm>
          <a:prstGeom prst="roundRect">
            <a:avLst>
              <a:gd name="adj" fmla="val 165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endParaRPr>
          </a:p>
        </p:txBody>
      </p:sp>
      <p:sp>
        <p:nvSpPr>
          <p:cNvPr id="4" name="Date Placeholder 3">
            <a:extLst>
              <a:ext uri="{FF2B5EF4-FFF2-40B4-BE49-F238E27FC236}">
                <a16:creationId xmlns:a16="http://schemas.microsoft.com/office/drawing/2014/main" id="{C72D8BE2-9EB8-F843-66B8-5C8ECEEC7F0B}"/>
              </a:ext>
            </a:extLst>
          </p:cNvPr>
          <p:cNvSpPr>
            <a:spLocks noGrp="1"/>
          </p:cNvSpPr>
          <p:nvPr>
            <p:ph type="dt" sz="half" idx="2"/>
          </p:nvPr>
        </p:nvSpPr>
        <p:spPr>
          <a:xfrm>
            <a:off x="838200" y="6292800"/>
            <a:ext cx="2743200" cy="365125"/>
          </a:xfrm>
          <a:prstGeom prst="rect">
            <a:avLst/>
          </a:prstGeom>
        </p:spPr>
        <p:txBody>
          <a:bodyPr vert="horz" lIns="91440" tIns="45720" rIns="91440" bIns="45720" rtlCol="0" anchor="ctr"/>
          <a:lstStyle>
            <a:lvl1pPr algn="l">
              <a:defRPr sz="1200">
                <a:solidFill>
                  <a:schemeClr val="bg1"/>
                </a:solidFill>
                <a:latin typeface="Schibsted Grotesk Bold" pitchFamily="2" charset="0"/>
                <a:cs typeface="Schibsted Grotesk Bold" pitchFamily="2" charset="0"/>
              </a:defRPr>
            </a:lvl1pPr>
          </a:lstStyle>
          <a:p>
            <a:pPr>
              <a:defRPr/>
            </a:pPr>
            <a:endParaRPr lang="en-GB"/>
          </a:p>
        </p:txBody>
      </p:sp>
      <p:sp>
        <p:nvSpPr>
          <p:cNvPr id="6" name="Slide Number Placeholder 5">
            <a:extLst>
              <a:ext uri="{FF2B5EF4-FFF2-40B4-BE49-F238E27FC236}">
                <a16:creationId xmlns:a16="http://schemas.microsoft.com/office/drawing/2014/main" id="{0B0E9E5F-2DB8-7185-5572-D707906381EC}"/>
              </a:ext>
            </a:extLst>
          </p:cNvPr>
          <p:cNvSpPr>
            <a:spLocks noGrp="1"/>
          </p:cNvSpPr>
          <p:nvPr>
            <p:ph type="sldNum" sz="quarter" idx="4"/>
          </p:nvPr>
        </p:nvSpPr>
        <p:spPr>
          <a:xfrm>
            <a:off x="284400" y="6292800"/>
            <a:ext cx="551791" cy="365125"/>
          </a:xfrm>
          <a:prstGeom prst="rect">
            <a:avLst/>
          </a:prstGeom>
        </p:spPr>
        <p:txBody>
          <a:bodyPr vert="horz" lIns="91440" tIns="45720" rIns="91440" bIns="45720" rtlCol="0" anchor="ctr"/>
          <a:lstStyle>
            <a:lvl1pPr>
              <a:defRPr kumimoji="0" lang="en-GB" sz="1200" b="0" i="0" u="none" strike="noStrike" cap="none" spc="0" normalizeH="0" baseline="0" smtClean="0">
                <a:ln>
                  <a:noFill/>
                </a:ln>
                <a:solidFill>
                  <a:schemeClr val="bg1"/>
                </a:solidFill>
                <a:effectLst/>
                <a:uLnTx/>
                <a:uFillTx/>
                <a:latin typeface="SCHIBSTED GROTESK BOLD" pitchFamily="2" charset="77"/>
                <a:cs typeface="SCHIBSTED GROTESK BOLD" pitchFamily="2" charset="77"/>
              </a:defRPr>
            </a:lvl1pPr>
          </a:lstStyle>
          <a:p>
            <a:pPr eaLnBrk="0" fontAlgn="base" hangingPunct="0">
              <a:spcBef>
                <a:spcPct val="0"/>
              </a:spcBef>
              <a:spcAft>
                <a:spcPct val="0"/>
              </a:spcAft>
              <a:defRPr/>
            </a:pPr>
            <a:fld id="{CC814026-9D66-433A-8979-C2D7694BCAD4}" type="slidenum">
              <a:rPr lang="en-GB" smtClean="0"/>
              <a:pPr eaLnBrk="0" fontAlgn="base" hangingPunct="0">
                <a:spcBef>
                  <a:spcPct val="0"/>
                </a:spcBef>
                <a:spcAft>
                  <a:spcPct val="0"/>
                </a:spcAft>
                <a:defRPr/>
              </a:pPr>
              <a:t>‹#›</a:t>
            </a:fld>
            <a:endParaRPr lang="en-GB"/>
          </a:p>
        </p:txBody>
      </p:sp>
      <p:sp>
        <p:nvSpPr>
          <p:cNvPr id="10" name="Rectangle 4">
            <a:extLst>
              <a:ext uri="{FF2B5EF4-FFF2-40B4-BE49-F238E27FC236}">
                <a16:creationId xmlns:a16="http://schemas.microsoft.com/office/drawing/2014/main" id="{400343E8-850B-B2B9-8553-A8B613F11CCA}"/>
              </a:ext>
            </a:extLst>
          </p:cNvPr>
          <p:cNvSpPr/>
          <p:nvPr userDrawn="1"/>
        </p:nvSpPr>
        <p:spPr>
          <a:xfrm rot="10800000">
            <a:off x="10293494" y="6176962"/>
            <a:ext cx="1898504" cy="681036"/>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chibsted Grotesk Bold" pitchFamily="2" charset="77"/>
              <a:ea typeface="+mn-ea"/>
              <a:cs typeface="+mn-cs"/>
            </a:endParaRPr>
          </a:p>
        </p:txBody>
      </p:sp>
      <p:pic>
        <p:nvPicPr>
          <p:cNvPr id="11" name="Picture 7">
            <a:extLst>
              <a:ext uri="{FF2B5EF4-FFF2-40B4-BE49-F238E27FC236}">
                <a16:creationId xmlns:a16="http://schemas.microsoft.com/office/drawing/2014/main" id="{2CB14ABA-6F47-CD61-E2B0-E738B45BA30E}"/>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656026" y="6272256"/>
            <a:ext cx="1434374" cy="53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6639368"/>
      </p:ext>
    </p:extLst>
  </p:cSld>
  <p:clrMap bg1="lt1" tx1="dk1" bg2="lt2" tx2="dk2" accent1="accent1" accent2="accent2" accent3="accent3" accent4="accent4" accent5="accent5" accent6="accent6" hlink="hlink" folHlink="folHlink"/>
  <p:sldLayoutIdLst>
    <p:sldLayoutId id="2147484184" r:id="rId1"/>
    <p:sldLayoutId id="2147484185" r:id="rId2"/>
    <p:sldLayoutId id="2147484186" r:id="rId3"/>
    <p:sldLayoutId id="2147484187" r:id="rId4"/>
    <p:sldLayoutId id="2147484188" r:id="rId5"/>
    <p:sldLayoutId id="2147484189" r:id="rId6"/>
    <p:sldLayoutId id="2147484190" r:id="rId7"/>
    <p:sldLayoutId id="2147484191" r:id="rId8"/>
  </p:sldLayoutIdLst>
  <p:hf hdr="0" ftr="0"/>
  <p:txStyles>
    <p:titleStyle>
      <a:lvl1pPr algn="l" defTabSz="914400" rtl="0" eaLnBrk="1" latinLnBrk="0" hangingPunct="1">
        <a:lnSpc>
          <a:spcPct val="90000"/>
        </a:lnSpc>
        <a:spcBef>
          <a:spcPct val="0"/>
        </a:spcBef>
        <a:buNone/>
        <a:defRPr lang="en-GB" sz="32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000" b="0" kern="1200" smtClean="0">
          <a:solidFill>
            <a:schemeClr val="bg1"/>
          </a:solidFill>
          <a:latin typeface="+mn-lt"/>
          <a:ea typeface="+mn-ea"/>
          <a:cs typeface="Schibsted Grotesk Bold"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bg1"/>
          </a:solidFill>
          <a:latin typeface="+mn-lt"/>
          <a:ea typeface="+mn-ea"/>
          <a:cs typeface="Schibsted Grotesk Bold"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bg1"/>
          </a:solidFill>
          <a:latin typeface="+mn-lt"/>
          <a:ea typeface="+mn-ea"/>
          <a:cs typeface="Schibsted Grotesk Bold"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200" kern="1200" smtClean="0">
          <a:solidFill>
            <a:schemeClr val="bg1"/>
          </a:solidFill>
          <a:latin typeface="+mn-lt"/>
          <a:ea typeface="+mn-ea"/>
          <a:cs typeface="Schibsted Grotesk Bold"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lang="en-GB" sz="800" kern="1200">
          <a:solidFill>
            <a:schemeClr val="bg1"/>
          </a:solidFill>
          <a:latin typeface="+mn-lt"/>
          <a:ea typeface="+mn-ea"/>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A2CD7D-7E4A-946C-7FB6-1FB49FA433BE}"/>
              </a:ext>
            </a:extLst>
          </p:cNvPr>
          <p:cNvSpPr>
            <a:spLocks noGrp="1"/>
          </p:cNvSpPr>
          <p:nvPr>
            <p:ph type="title"/>
          </p:nvPr>
        </p:nvSpPr>
        <p:spPr>
          <a:xfrm>
            <a:off x="836191" y="0"/>
            <a:ext cx="10515600" cy="681037"/>
          </a:xfrm>
          <a:prstGeom prst="roundRect">
            <a:avLst>
              <a:gd name="adj" fmla="val 697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fontAlgn="base">
              <a:spcAft>
                <a:spcPct val="0"/>
              </a:spcAft>
            </a:pPr>
            <a:r>
              <a:rPr lang="en-US"/>
              <a:t>Click to edit Master title style</a:t>
            </a:r>
            <a:endParaRPr lang="en-GB"/>
          </a:p>
        </p:txBody>
      </p:sp>
      <p:sp>
        <p:nvSpPr>
          <p:cNvPr id="3" name="Text Placeholder 2">
            <a:extLst>
              <a:ext uri="{FF2B5EF4-FFF2-40B4-BE49-F238E27FC236}">
                <a16:creationId xmlns:a16="http://schemas.microsoft.com/office/drawing/2014/main" id="{CE97934C-0201-127F-D1B0-DF9C54284E52}"/>
              </a:ext>
            </a:extLst>
          </p:cNvPr>
          <p:cNvSpPr>
            <a:spLocks noGrp="1"/>
          </p:cNvSpPr>
          <p:nvPr>
            <p:ph type="body" idx="1"/>
          </p:nvPr>
        </p:nvSpPr>
        <p:spPr>
          <a:xfrm>
            <a:off x="838200" y="1530219"/>
            <a:ext cx="10515600" cy="4646743"/>
          </a:xfrm>
          <a:prstGeom prst="roundRect">
            <a:avLst>
              <a:gd name="adj" fmla="val 165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Schibsted Grotesk Bold" pitchFamily="2" charset="77"/>
                <a:cs typeface="Schibsted Grotesk Bold" pitchFamily="2" charset="77"/>
              </a:rPr>
              <a:t>Click to edit Master text styles</a:t>
            </a:r>
          </a:p>
          <a:p>
            <a:pPr marL="685800" marR="0" lvl="1"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Second level</a:t>
            </a:r>
          </a:p>
          <a:p>
            <a:pPr marL="1143000" marR="0" lvl="2"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Third level</a:t>
            </a:r>
          </a:p>
          <a:p>
            <a:pPr marL="1600200" marR="0" lvl="3"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Fourth level</a:t>
            </a:r>
          </a:p>
          <a:p>
            <a:pPr marL="2057400" marR="0" lvl="4" indent="-228600" algn="l" defTabSz="914400" rtl="0" eaLnBrk="1" fontAlgn="base" latinLnBrk="0" hangingPunct="1">
              <a:lnSpc>
                <a:spcPct val="90000"/>
              </a:lnSpc>
              <a:spcBef>
                <a:spcPts val="5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rPr>
              <a:t>Fifth level</a:t>
            </a:r>
            <a:endParaRPr kumimoji="0" lang="en-GB" sz="1400" b="0" i="0" u="none" strike="noStrike" kern="1200" cap="none" spc="0" normalizeH="0" baseline="0" noProof="0">
              <a:ln>
                <a:noFill/>
              </a:ln>
              <a:solidFill>
                <a:srgbClr val="000000"/>
              </a:solidFill>
              <a:effectLst/>
              <a:uLnTx/>
              <a:uFillTx/>
              <a:latin typeface="Schibsted Grotesk Bold" pitchFamily="2" charset="0"/>
              <a:cs typeface="Schibsted Grotesk Bold" pitchFamily="2" charset="0"/>
            </a:endParaRPr>
          </a:p>
        </p:txBody>
      </p:sp>
      <p:sp>
        <p:nvSpPr>
          <p:cNvPr id="4" name="Date Placeholder 3">
            <a:extLst>
              <a:ext uri="{FF2B5EF4-FFF2-40B4-BE49-F238E27FC236}">
                <a16:creationId xmlns:a16="http://schemas.microsoft.com/office/drawing/2014/main" id="{C72D8BE2-9EB8-F843-66B8-5C8ECEEC7F0B}"/>
              </a:ext>
            </a:extLst>
          </p:cNvPr>
          <p:cNvSpPr>
            <a:spLocks noGrp="1"/>
          </p:cNvSpPr>
          <p:nvPr>
            <p:ph type="dt" sz="half" idx="2"/>
          </p:nvPr>
        </p:nvSpPr>
        <p:spPr>
          <a:xfrm>
            <a:off x="838200" y="6292800"/>
            <a:ext cx="2743200" cy="365125"/>
          </a:xfrm>
          <a:prstGeom prst="rect">
            <a:avLst/>
          </a:prstGeom>
        </p:spPr>
        <p:txBody>
          <a:bodyPr vert="horz" lIns="91440" tIns="45720" rIns="91440" bIns="45720" rtlCol="0" anchor="ctr"/>
          <a:lstStyle>
            <a:lvl1pPr algn="l">
              <a:defRPr sz="1200">
                <a:solidFill>
                  <a:schemeClr val="bg1"/>
                </a:solidFill>
                <a:latin typeface="Schibsted Grotesk Bold" pitchFamily="2" charset="0"/>
                <a:cs typeface="Schibsted Grotesk Bold" pitchFamily="2" charset="0"/>
              </a:defRPr>
            </a:lvl1pPr>
          </a:lstStyle>
          <a:p>
            <a:pPr>
              <a:defRPr/>
            </a:pPr>
            <a:endParaRPr lang="en-GB"/>
          </a:p>
        </p:txBody>
      </p:sp>
      <p:sp>
        <p:nvSpPr>
          <p:cNvPr id="6" name="Slide Number Placeholder 5">
            <a:extLst>
              <a:ext uri="{FF2B5EF4-FFF2-40B4-BE49-F238E27FC236}">
                <a16:creationId xmlns:a16="http://schemas.microsoft.com/office/drawing/2014/main" id="{0B0E9E5F-2DB8-7185-5572-D707906381EC}"/>
              </a:ext>
            </a:extLst>
          </p:cNvPr>
          <p:cNvSpPr>
            <a:spLocks noGrp="1"/>
          </p:cNvSpPr>
          <p:nvPr>
            <p:ph type="sldNum" sz="quarter" idx="4"/>
          </p:nvPr>
        </p:nvSpPr>
        <p:spPr>
          <a:xfrm>
            <a:off x="284400" y="6292800"/>
            <a:ext cx="551791" cy="365125"/>
          </a:xfrm>
          <a:prstGeom prst="rect">
            <a:avLst/>
          </a:prstGeom>
        </p:spPr>
        <p:txBody>
          <a:bodyPr vert="horz" lIns="91440" tIns="45720" rIns="91440" bIns="45720" rtlCol="0" anchor="ctr"/>
          <a:lstStyle>
            <a:lvl1pPr>
              <a:defRPr kumimoji="0" lang="en-GB" sz="1200" b="0" i="0" u="none" strike="noStrike" cap="none" spc="0" normalizeH="0" baseline="0" smtClean="0">
                <a:ln>
                  <a:noFill/>
                </a:ln>
                <a:solidFill>
                  <a:schemeClr val="bg1"/>
                </a:solidFill>
                <a:effectLst/>
                <a:uLnTx/>
                <a:uFillTx/>
                <a:latin typeface="SCHIBSTED GROTESK BOLD" pitchFamily="2" charset="77"/>
                <a:cs typeface="SCHIBSTED GROTESK BOLD" pitchFamily="2" charset="77"/>
              </a:defRPr>
            </a:lvl1pPr>
          </a:lstStyle>
          <a:p>
            <a:pPr eaLnBrk="0" fontAlgn="base" hangingPunct="0">
              <a:spcBef>
                <a:spcPct val="0"/>
              </a:spcBef>
              <a:spcAft>
                <a:spcPct val="0"/>
              </a:spcAft>
              <a:defRPr/>
            </a:pPr>
            <a:fld id="{CC814026-9D66-433A-8979-C2D7694BCAD4}" type="slidenum">
              <a:rPr lang="en-GB" smtClean="0"/>
              <a:pPr eaLnBrk="0" fontAlgn="base" hangingPunct="0">
                <a:spcBef>
                  <a:spcPct val="0"/>
                </a:spcBef>
                <a:spcAft>
                  <a:spcPct val="0"/>
                </a:spcAft>
                <a:defRPr/>
              </a:pPr>
              <a:t>‹#›</a:t>
            </a:fld>
            <a:endParaRPr lang="en-GB"/>
          </a:p>
        </p:txBody>
      </p:sp>
      <p:sp>
        <p:nvSpPr>
          <p:cNvPr id="10" name="Rectangle 4">
            <a:extLst>
              <a:ext uri="{FF2B5EF4-FFF2-40B4-BE49-F238E27FC236}">
                <a16:creationId xmlns:a16="http://schemas.microsoft.com/office/drawing/2014/main" id="{400343E8-850B-B2B9-8553-A8B613F11CCA}"/>
              </a:ext>
            </a:extLst>
          </p:cNvPr>
          <p:cNvSpPr/>
          <p:nvPr userDrawn="1"/>
        </p:nvSpPr>
        <p:spPr>
          <a:xfrm rot="10800000">
            <a:off x="10293494" y="6176962"/>
            <a:ext cx="1898504" cy="681036"/>
          </a:xfrm>
          <a:custGeom>
            <a:avLst/>
            <a:gdLst>
              <a:gd name="connsiteX0" fmla="*/ 0 w 2578101"/>
              <a:gd name="connsiteY0" fmla="*/ 0 h 1130300"/>
              <a:gd name="connsiteX1" fmla="*/ 2578101 w 2578101"/>
              <a:gd name="connsiteY1" fmla="*/ 0 h 1130300"/>
              <a:gd name="connsiteX2" fmla="*/ 2578101 w 2578101"/>
              <a:gd name="connsiteY2" fmla="*/ 1130300 h 1130300"/>
              <a:gd name="connsiteX3" fmla="*/ 0 w 2578101"/>
              <a:gd name="connsiteY3" fmla="*/ 1130300 h 1130300"/>
              <a:gd name="connsiteX4" fmla="*/ 0 w 2578101"/>
              <a:gd name="connsiteY4" fmla="*/ 0 h 1130300"/>
              <a:gd name="connsiteX0" fmla="*/ 0 w 2578101"/>
              <a:gd name="connsiteY0" fmla="*/ 1739900 h 2870200"/>
              <a:gd name="connsiteX1" fmla="*/ 2578101 w 2578101"/>
              <a:gd name="connsiteY1" fmla="*/ 1739900 h 2870200"/>
              <a:gd name="connsiteX2" fmla="*/ 1123951 w 2578101"/>
              <a:gd name="connsiteY2" fmla="*/ 0 h 2870200"/>
              <a:gd name="connsiteX3" fmla="*/ 0 w 2578101"/>
              <a:gd name="connsiteY3" fmla="*/ 2870200 h 2870200"/>
              <a:gd name="connsiteX4" fmla="*/ 0 w 2578101"/>
              <a:gd name="connsiteY4" fmla="*/ 1739900 h 2870200"/>
              <a:gd name="connsiteX0" fmla="*/ 0 w 2578101"/>
              <a:gd name="connsiteY0" fmla="*/ 0 h 1130300"/>
              <a:gd name="connsiteX1" fmla="*/ 2578101 w 2578101"/>
              <a:gd name="connsiteY1" fmla="*/ 0 h 1130300"/>
              <a:gd name="connsiteX2" fmla="*/ 1663701 w 2578101"/>
              <a:gd name="connsiteY2" fmla="*/ 914400 h 1130300"/>
              <a:gd name="connsiteX3" fmla="*/ 0 w 2578101"/>
              <a:gd name="connsiteY3" fmla="*/ 1130300 h 1130300"/>
              <a:gd name="connsiteX4" fmla="*/ 0 w 2578101"/>
              <a:gd name="connsiteY4" fmla="*/ 0 h 1130300"/>
              <a:gd name="connsiteX0" fmla="*/ 0 w 2578101"/>
              <a:gd name="connsiteY0" fmla="*/ 0 h 914400"/>
              <a:gd name="connsiteX1" fmla="*/ 2578101 w 2578101"/>
              <a:gd name="connsiteY1" fmla="*/ 0 h 914400"/>
              <a:gd name="connsiteX2" fmla="*/ 1663701 w 2578101"/>
              <a:gd name="connsiteY2" fmla="*/ 914400 h 914400"/>
              <a:gd name="connsiteX3" fmla="*/ 6350 w 2578101"/>
              <a:gd name="connsiteY3" fmla="*/ 723900 h 914400"/>
              <a:gd name="connsiteX4" fmla="*/ 0 w 2578101"/>
              <a:gd name="connsiteY4" fmla="*/ 0 h 9144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67033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 name="connsiteX0" fmla="*/ 6631 w 2584732"/>
              <a:gd name="connsiteY0" fmla="*/ 0 h 927100"/>
              <a:gd name="connsiteX1" fmla="*/ 2584732 w 2584732"/>
              <a:gd name="connsiteY1" fmla="*/ 0 h 927100"/>
              <a:gd name="connsiteX2" fmla="*/ 1536982 w 2584732"/>
              <a:gd name="connsiteY2" fmla="*/ 914400 h 927100"/>
              <a:gd name="connsiteX3" fmla="*/ 281 w 2584732"/>
              <a:gd name="connsiteY3" fmla="*/ 927100 h 927100"/>
              <a:gd name="connsiteX4" fmla="*/ 6631 w 2584732"/>
              <a:gd name="connsiteY4" fmla="*/ 0 h 927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4732" h="927100">
                <a:moveTo>
                  <a:pt x="6631" y="0"/>
                </a:moveTo>
                <a:lnTo>
                  <a:pt x="2584732" y="0"/>
                </a:lnTo>
                <a:cubicBezTo>
                  <a:pt x="2432332" y="463550"/>
                  <a:pt x="2222782" y="920750"/>
                  <a:pt x="1536982" y="914400"/>
                </a:cubicBezTo>
                <a:lnTo>
                  <a:pt x="281" y="927100"/>
                </a:lnTo>
                <a:cubicBezTo>
                  <a:pt x="-1836" y="685800"/>
                  <a:pt x="8748" y="241300"/>
                  <a:pt x="6631" y="0"/>
                </a:cubicBezTo>
                <a:close/>
              </a:path>
            </a:pathLst>
          </a:custGeom>
          <a:solidFill>
            <a:srgbClr val="FFD9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chibsted Grotesk Bold" pitchFamily="2" charset="77"/>
              <a:ea typeface="+mn-ea"/>
              <a:cs typeface="+mn-cs"/>
            </a:endParaRPr>
          </a:p>
        </p:txBody>
      </p:sp>
      <p:pic>
        <p:nvPicPr>
          <p:cNvPr id="11" name="Picture 7">
            <a:extLst>
              <a:ext uri="{FF2B5EF4-FFF2-40B4-BE49-F238E27FC236}">
                <a16:creationId xmlns:a16="http://schemas.microsoft.com/office/drawing/2014/main" id="{2CB14ABA-6F47-CD61-E2B0-E738B45BA30E}"/>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656026" y="6272256"/>
            <a:ext cx="1434374" cy="53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7748005"/>
      </p:ext>
    </p:extLst>
  </p:cSld>
  <p:clrMap bg1="lt1" tx1="dk1" bg2="lt2" tx2="dk2" accent1="accent1" accent2="accent2" accent3="accent3" accent4="accent4" accent5="accent5" accent6="accent6" hlink="hlink" folHlink="folHlink"/>
  <p:sldLayoutIdLst>
    <p:sldLayoutId id="2147484202" r:id="rId1"/>
    <p:sldLayoutId id="2147484203" r:id="rId2"/>
    <p:sldLayoutId id="2147484204" r:id="rId3"/>
    <p:sldLayoutId id="2147484205" r:id="rId4"/>
    <p:sldLayoutId id="2147484206" r:id="rId5"/>
    <p:sldLayoutId id="2147484207" r:id="rId6"/>
    <p:sldLayoutId id="2147484208" r:id="rId7"/>
    <p:sldLayoutId id="2147484209" r:id="rId8"/>
  </p:sldLayoutIdLst>
  <p:hf hdr="0" ftr="0"/>
  <p:txStyles>
    <p:titleStyle>
      <a:lvl1pPr algn="l" defTabSz="914400" rtl="0" eaLnBrk="1" latinLnBrk="0" hangingPunct="1">
        <a:lnSpc>
          <a:spcPct val="90000"/>
        </a:lnSpc>
        <a:spcBef>
          <a:spcPct val="0"/>
        </a:spcBef>
        <a:buNone/>
        <a:defRPr lang="en-GB" sz="32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000" b="0" kern="1200" smtClean="0">
          <a:solidFill>
            <a:schemeClr val="bg1"/>
          </a:solidFill>
          <a:latin typeface="+mn-lt"/>
          <a:ea typeface="+mn-ea"/>
          <a:cs typeface="Schibsted Grotesk Bold"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bg1"/>
          </a:solidFill>
          <a:latin typeface="+mn-lt"/>
          <a:ea typeface="+mn-ea"/>
          <a:cs typeface="Schibsted Grotesk Bold"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smtClean="0">
          <a:solidFill>
            <a:schemeClr val="bg1"/>
          </a:solidFill>
          <a:latin typeface="+mn-lt"/>
          <a:ea typeface="+mn-ea"/>
          <a:cs typeface="Schibsted Grotesk Bold"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200" kern="1200" smtClean="0">
          <a:solidFill>
            <a:schemeClr val="bg1"/>
          </a:solidFill>
          <a:latin typeface="+mn-lt"/>
          <a:ea typeface="+mn-ea"/>
          <a:cs typeface="Schibsted Grotesk Bold"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lang="en-GB" sz="800" kern="1200">
          <a:solidFill>
            <a:schemeClr val="bg1"/>
          </a:solidFill>
          <a:latin typeface="+mn-lt"/>
          <a:ea typeface="+mn-ea"/>
          <a:cs typeface="Schibsted Grotesk 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hyperlink" Target="http://www.avivabrand.com/" TargetMode="External"/><Relationship Id="rId2" Type="http://schemas.openxmlformats.org/officeDocument/2006/relationships/image" Target="../media/image6.png"/><Relationship Id="rId1" Type="http://schemas.openxmlformats.org/officeDocument/2006/relationships/slideLayout" Target="../slideLayouts/slideLayout29.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ED3B3EB-6A42-74C7-A89F-5D9929C1B22A}"/>
              </a:ext>
            </a:extLst>
          </p:cNvPr>
          <p:cNvSpPr>
            <a:spLocks noGrp="1"/>
          </p:cNvSpPr>
          <p:nvPr>
            <p:ph type="title"/>
          </p:nvPr>
        </p:nvSpPr>
        <p:spPr>
          <a:xfrm>
            <a:off x="818357" y="2658269"/>
            <a:ext cx="3500255" cy="1541462"/>
          </a:xfrm>
        </p:spPr>
        <p:txBody>
          <a:bodyPr/>
          <a:lstStyle/>
          <a:p>
            <a:r>
              <a:rPr lang="en-GB" sz="2800"/>
              <a:t>Aviva Brand</a:t>
            </a:r>
            <a:br>
              <a:rPr lang="en-GB" sz="2800"/>
            </a:br>
            <a:r>
              <a:rPr lang="en-GB" sz="2800"/>
              <a:t>registration process - for use of Communities Fund and Future Finances Fund assets</a:t>
            </a:r>
          </a:p>
        </p:txBody>
      </p:sp>
    </p:spTree>
    <p:extLst>
      <p:ext uri="{BB962C8B-B14F-4D97-AF65-F5344CB8AC3E}">
        <p14:creationId xmlns:p14="http://schemas.microsoft.com/office/powerpoint/2010/main" val="1788174875"/>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190988-FB1B-848B-D692-B43E80778440}"/>
              </a:ext>
            </a:extLst>
          </p:cNvPr>
          <p:cNvSpPr>
            <a:spLocks noGrp="1"/>
          </p:cNvSpPr>
          <p:nvPr>
            <p:ph type="title"/>
          </p:nvPr>
        </p:nvSpPr>
        <p:spPr/>
        <p:txBody>
          <a:bodyPr/>
          <a:lstStyle/>
          <a:p>
            <a:r>
              <a:rPr lang="en-GB"/>
              <a:t>Aviva Foundation brand assets</a:t>
            </a:r>
          </a:p>
        </p:txBody>
      </p:sp>
      <p:sp>
        <p:nvSpPr>
          <p:cNvPr id="5" name="Slide Number Placeholder 4">
            <a:extLst>
              <a:ext uri="{FF2B5EF4-FFF2-40B4-BE49-F238E27FC236}">
                <a16:creationId xmlns:a16="http://schemas.microsoft.com/office/drawing/2014/main" id="{6F1C66C4-3633-6834-91C1-F09D897B8B8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sp>
        <p:nvSpPr>
          <p:cNvPr id="9" name="Text Placeholder 8">
            <a:extLst>
              <a:ext uri="{FF2B5EF4-FFF2-40B4-BE49-F238E27FC236}">
                <a16:creationId xmlns:a16="http://schemas.microsoft.com/office/drawing/2014/main" id="{EE7022BA-7C22-CC80-D876-39A8977CAA18}"/>
              </a:ext>
            </a:extLst>
          </p:cNvPr>
          <p:cNvSpPr>
            <a:spLocks noGrp="1"/>
          </p:cNvSpPr>
          <p:nvPr>
            <p:ph type="body" idx="13"/>
          </p:nvPr>
        </p:nvSpPr>
        <p:spPr>
          <a:xfrm>
            <a:off x="836191" y="2351315"/>
            <a:ext cx="10515600" cy="849085"/>
          </a:xfrm>
        </p:spPr>
        <p:txBody>
          <a:bodyPr/>
          <a:lstStyle/>
          <a:p>
            <a:r>
              <a:rPr lang="en-GB" sz="1600"/>
              <a:t>In response to feedback from the causes we support, we’ve created a branded asset for projects that have successfully received Aviva funding. </a:t>
            </a:r>
          </a:p>
          <a:p>
            <a:endParaRPr lang="en-GB" sz="1600"/>
          </a:p>
          <a:p>
            <a:r>
              <a:rPr lang="en-GB" sz="1600"/>
              <a:t>If your charity would like to acknowledge their involvement in either the Communities Fund or Future Finances Fund, this guide shows you how to request access to download the asset and then the process for seeking approval on how and where you’d like to use it.</a:t>
            </a:r>
          </a:p>
          <a:p>
            <a:endParaRPr lang="en-GB" sz="1600"/>
          </a:p>
          <a:p>
            <a:r>
              <a:rPr lang="en-GB" sz="1600"/>
              <a:t>We anticipate you might want to use this on things like email signature, website, impact report etc.</a:t>
            </a:r>
          </a:p>
        </p:txBody>
      </p:sp>
      <p:pic>
        <p:nvPicPr>
          <p:cNvPr id="12" name="Picture 11">
            <a:extLst>
              <a:ext uri="{FF2B5EF4-FFF2-40B4-BE49-F238E27FC236}">
                <a16:creationId xmlns:a16="http://schemas.microsoft.com/office/drawing/2014/main" id="{436532B9-A011-B35D-9952-C1557C9CA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286" y="3429000"/>
            <a:ext cx="4676652" cy="2582473"/>
          </a:xfrm>
          <a:prstGeom prst="rect">
            <a:avLst/>
          </a:prstGeom>
        </p:spPr>
      </p:pic>
      <p:pic>
        <p:nvPicPr>
          <p:cNvPr id="14" name="Picture 13">
            <a:extLst>
              <a:ext uri="{FF2B5EF4-FFF2-40B4-BE49-F238E27FC236}">
                <a16:creationId xmlns:a16="http://schemas.microsoft.com/office/drawing/2014/main" id="{16E02E47-429C-1492-CFE2-CDABEE9A95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7163" y="3428999"/>
            <a:ext cx="4676652" cy="2582473"/>
          </a:xfrm>
          <a:prstGeom prst="rect">
            <a:avLst/>
          </a:prstGeom>
        </p:spPr>
      </p:pic>
    </p:spTree>
    <p:extLst>
      <p:ext uri="{BB962C8B-B14F-4D97-AF65-F5344CB8AC3E}">
        <p14:creationId xmlns:p14="http://schemas.microsoft.com/office/powerpoint/2010/main" val="476550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4639-3E84-A76A-7860-AE5557F0431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129474E-AED7-AF43-1574-661D524DFF6E}"/>
              </a:ext>
            </a:extLst>
          </p:cNvPr>
          <p:cNvSpPr>
            <a:spLocks noGrp="1"/>
          </p:cNvSpPr>
          <p:nvPr>
            <p:ph type="title"/>
          </p:nvPr>
        </p:nvSpPr>
        <p:spPr>
          <a:xfrm>
            <a:off x="336693" y="0"/>
            <a:ext cx="10515600" cy="681037"/>
          </a:xfrm>
        </p:spPr>
        <p:txBody>
          <a:bodyPr/>
          <a:lstStyle/>
          <a:p>
            <a:r>
              <a:rPr lang="en-GB" sz="2400"/>
              <a:t>Step 1. Register for access on avivabrand.com</a:t>
            </a:r>
          </a:p>
        </p:txBody>
      </p:sp>
      <p:pic>
        <p:nvPicPr>
          <p:cNvPr id="11" name="Picture 10">
            <a:extLst>
              <a:ext uri="{FF2B5EF4-FFF2-40B4-BE49-F238E27FC236}">
                <a16:creationId xmlns:a16="http://schemas.microsoft.com/office/drawing/2014/main" id="{7E29573F-3AE6-054F-1B19-92744D12F5B9}"/>
              </a:ext>
            </a:extLst>
          </p:cNvPr>
          <p:cNvPicPr>
            <a:picLocks noChangeAspect="1"/>
          </p:cNvPicPr>
          <p:nvPr/>
        </p:nvPicPr>
        <p:blipFill>
          <a:blip r:embed="rId2"/>
          <a:stretch>
            <a:fillRect/>
          </a:stretch>
        </p:blipFill>
        <p:spPr>
          <a:xfrm>
            <a:off x="424853" y="990463"/>
            <a:ext cx="3779023" cy="2928394"/>
          </a:xfrm>
          <a:prstGeom prst="rect">
            <a:avLst/>
          </a:prstGeom>
          <a:effectLst>
            <a:outerShdw blurRad="50800" dist="38100" dir="2700000" algn="tl" rotWithShape="0">
              <a:prstClr val="black">
                <a:alpha val="40000"/>
              </a:prstClr>
            </a:outerShdw>
          </a:effectLst>
        </p:spPr>
      </p:pic>
      <p:sp>
        <p:nvSpPr>
          <p:cNvPr id="15" name="TextBox 14">
            <a:extLst>
              <a:ext uri="{FF2B5EF4-FFF2-40B4-BE49-F238E27FC236}">
                <a16:creationId xmlns:a16="http://schemas.microsoft.com/office/drawing/2014/main" id="{3B265965-5381-781E-EFF2-0405540A3F17}"/>
              </a:ext>
            </a:extLst>
          </p:cNvPr>
          <p:cNvSpPr txBox="1"/>
          <p:nvPr/>
        </p:nvSpPr>
        <p:spPr>
          <a:xfrm>
            <a:off x="424853" y="4043617"/>
            <a:ext cx="3779023" cy="646331"/>
          </a:xfrm>
          <a:prstGeom prst="rect">
            <a:avLst/>
          </a:prstGeom>
          <a:noFill/>
        </p:spPr>
        <p:txBody>
          <a:bodyPr wrap="square">
            <a:spAutoFit/>
          </a:bodyPr>
          <a:lstStyle/>
          <a:p>
            <a:r>
              <a:rPr lang="en-GB" sz="1800"/>
              <a:t>1) Go to </a:t>
            </a:r>
            <a:r>
              <a:rPr lang="en-GB" sz="1800">
                <a:hlinkClick r:id="rId3"/>
              </a:rPr>
              <a:t>www.avivabrand.com</a:t>
            </a:r>
            <a:r>
              <a:rPr lang="en-GB" sz="1800"/>
              <a:t> and click </a:t>
            </a:r>
            <a:r>
              <a:rPr lang="en-GB"/>
              <a:t>Register for an account</a:t>
            </a:r>
          </a:p>
        </p:txBody>
      </p:sp>
      <p:sp>
        <p:nvSpPr>
          <p:cNvPr id="16" name="Oval 15">
            <a:extLst>
              <a:ext uri="{FF2B5EF4-FFF2-40B4-BE49-F238E27FC236}">
                <a16:creationId xmlns:a16="http://schemas.microsoft.com/office/drawing/2014/main" id="{18A1D2BF-C42B-70AC-0DFB-9D9A4E463C4D}"/>
              </a:ext>
            </a:extLst>
          </p:cNvPr>
          <p:cNvSpPr/>
          <p:nvPr/>
        </p:nvSpPr>
        <p:spPr>
          <a:xfrm>
            <a:off x="1578429" y="3614057"/>
            <a:ext cx="1099457" cy="3048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a:extLst>
              <a:ext uri="{FF2B5EF4-FFF2-40B4-BE49-F238E27FC236}">
                <a16:creationId xmlns:a16="http://schemas.microsoft.com/office/drawing/2014/main" id="{596564C6-685B-1E76-B79F-D14E66395A99}"/>
              </a:ext>
            </a:extLst>
          </p:cNvPr>
          <p:cNvPicPr>
            <a:picLocks noChangeAspect="1"/>
          </p:cNvPicPr>
          <p:nvPr/>
        </p:nvPicPr>
        <p:blipFill>
          <a:blip r:embed="rId4"/>
          <a:stretch>
            <a:fillRect/>
          </a:stretch>
        </p:blipFill>
        <p:spPr>
          <a:xfrm>
            <a:off x="4819518" y="990463"/>
            <a:ext cx="4438976" cy="4477338"/>
          </a:xfrm>
          <a:prstGeom prst="rect">
            <a:avLst/>
          </a:prstGeom>
          <a:effectLst>
            <a:outerShdw blurRad="50800" dist="38100" dir="2700000" algn="tl" rotWithShape="0">
              <a:prstClr val="black">
                <a:alpha val="40000"/>
              </a:prstClr>
            </a:outerShdw>
          </a:effectLst>
        </p:spPr>
      </p:pic>
      <p:sp>
        <p:nvSpPr>
          <p:cNvPr id="22" name="TextBox 21">
            <a:extLst>
              <a:ext uri="{FF2B5EF4-FFF2-40B4-BE49-F238E27FC236}">
                <a16:creationId xmlns:a16="http://schemas.microsoft.com/office/drawing/2014/main" id="{BDC16C2C-D537-A2DB-0A98-999979FE7A58}"/>
              </a:ext>
            </a:extLst>
          </p:cNvPr>
          <p:cNvSpPr txBox="1"/>
          <p:nvPr/>
        </p:nvSpPr>
        <p:spPr>
          <a:xfrm>
            <a:off x="9415833" y="750381"/>
            <a:ext cx="2351314" cy="5355312"/>
          </a:xfrm>
          <a:prstGeom prst="rect">
            <a:avLst/>
          </a:prstGeom>
          <a:noFill/>
        </p:spPr>
        <p:txBody>
          <a:bodyPr wrap="square">
            <a:spAutoFit/>
          </a:bodyPr>
          <a:lstStyle/>
          <a:p>
            <a:r>
              <a:rPr lang="en-GB"/>
              <a:t>2) Complete the form using your charity or organisation information.</a:t>
            </a:r>
          </a:p>
          <a:p>
            <a:endParaRPr lang="en-GB"/>
          </a:p>
          <a:p>
            <a:r>
              <a:rPr lang="en-GB"/>
              <a:t>For Aviva colleague please enter Rebecca Turney</a:t>
            </a:r>
          </a:p>
          <a:p>
            <a:endParaRPr lang="en-GB"/>
          </a:p>
          <a:p>
            <a:r>
              <a:rPr lang="en-GB"/>
              <a:t>In the relationship to Aviva dropdown, select ‘External charity partner (needing Aviva Foundation assets)</a:t>
            </a:r>
          </a:p>
          <a:p>
            <a:endParaRPr lang="en-GB"/>
          </a:p>
          <a:p>
            <a:r>
              <a:rPr lang="en-GB"/>
              <a:t>Check the tick box to accept the T&amp;C’s</a:t>
            </a:r>
          </a:p>
        </p:txBody>
      </p:sp>
    </p:spTree>
    <p:extLst>
      <p:ext uri="{BB962C8B-B14F-4D97-AF65-F5344CB8AC3E}">
        <p14:creationId xmlns:p14="http://schemas.microsoft.com/office/powerpoint/2010/main" val="3283074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6B23-A40C-31DA-5143-0D8E4DDB6B4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79A793B-426F-9079-0E16-19FBC66E4C38}"/>
              </a:ext>
            </a:extLst>
          </p:cNvPr>
          <p:cNvSpPr>
            <a:spLocks noGrp="1"/>
          </p:cNvSpPr>
          <p:nvPr>
            <p:ph type="title"/>
          </p:nvPr>
        </p:nvSpPr>
        <p:spPr>
          <a:xfrm>
            <a:off x="336693" y="0"/>
            <a:ext cx="10515600" cy="681037"/>
          </a:xfrm>
        </p:spPr>
        <p:txBody>
          <a:bodyPr/>
          <a:lstStyle/>
          <a:p>
            <a:r>
              <a:rPr lang="en-GB" sz="2400"/>
              <a:t>Step 2. Access avivabrand.com to download the asset</a:t>
            </a:r>
          </a:p>
        </p:txBody>
      </p:sp>
      <p:pic>
        <p:nvPicPr>
          <p:cNvPr id="3" name="Picture 2">
            <a:extLst>
              <a:ext uri="{FF2B5EF4-FFF2-40B4-BE49-F238E27FC236}">
                <a16:creationId xmlns:a16="http://schemas.microsoft.com/office/drawing/2014/main" id="{59CCA75A-D37B-3A69-36D1-349D28B20665}"/>
              </a:ext>
            </a:extLst>
          </p:cNvPr>
          <p:cNvPicPr>
            <a:picLocks noChangeAspect="1"/>
          </p:cNvPicPr>
          <p:nvPr/>
        </p:nvPicPr>
        <p:blipFill>
          <a:blip r:embed="rId2"/>
          <a:stretch>
            <a:fillRect/>
          </a:stretch>
        </p:blipFill>
        <p:spPr>
          <a:xfrm>
            <a:off x="1260003" y="2646594"/>
            <a:ext cx="1983940" cy="4053127"/>
          </a:xfrm>
          <a:prstGeom prst="rect">
            <a:avLst/>
          </a:prstGeom>
          <a:noFill/>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6495C432-E860-0E2E-DE0F-C936FF8399A1}"/>
              </a:ext>
            </a:extLst>
          </p:cNvPr>
          <p:cNvSpPr txBox="1"/>
          <p:nvPr/>
        </p:nvSpPr>
        <p:spPr>
          <a:xfrm>
            <a:off x="410918" y="874310"/>
            <a:ext cx="4400568" cy="1477328"/>
          </a:xfrm>
          <a:prstGeom prst="rect">
            <a:avLst/>
          </a:prstGeom>
          <a:noFill/>
        </p:spPr>
        <p:txBody>
          <a:bodyPr wrap="square">
            <a:spAutoFit/>
          </a:bodyPr>
          <a:lstStyle/>
          <a:p>
            <a:r>
              <a:rPr lang="en-GB"/>
              <a:t>3) Your request to access avivabrand.com will be approved by Aviva within 5-7 working days. You’ll receive email notification that access has been granted. </a:t>
            </a:r>
          </a:p>
        </p:txBody>
      </p:sp>
      <p:pic>
        <p:nvPicPr>
          <p:cNvPr id="11" name="Picture 10">
            <a:extLst>
              <a:ext uri="{FF2B5EF4-FFF2-40B4-BE49-F238E27FC236}">
                <a16:creationId xmlns:a16="http://schemas.microsoft.com/office/drawing/2014/main" id="{B3BA7FA7-483A-AFB1-3545-CC79213D950D}"/>
              </a:ext>
            </a:extLst>
          </p:cNvPr>
          <p:cNvPicPr>
            <a:picLocks noChangeAspect="1"/>
          </p:cNvPicPr>
          <p:nvPr/>
        </p:nvPicPr>
        <p:blipFill>
          <a:blip r:embed="rId3"/>
          <a:stretch>
            <a:fillRect/>
          </a:stretch>
        </p:blipFill>
        <p:spPr>
          <a:xfrm>
            <a:off x="5594968" y="2466623"/>
            <a:ext cx="4331954" cy="4154810"/>
          </a:xfrm>
          <a:prstGeom prst="rect">
            <a:avLst/>
          </a:prstGeom>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F52823ED-1786-C96F-D1EE-2D838DCE3F28}"/>
              </a:ext>
            </a:extLst>
          </p:cNvPr>
          <p:cNvSpPr txBox="1"/>
          <p:nvPr/>
        </p:nvSpPr>
        <p:spPr>
          <a:xfrm>
            <a:off x="5799345" y="874310"/>
            <a:ext cx="5293197" cy="1477328"/>
          </a:xfrm>
          <a:prstGeom prst="rect">
            <a:avLst/>
          </a:prstGeom>
          <a:noFill/>
        </p:spPr>
        <p:txBody>
          <a:bodyPr wrap="square">
            <a:spAutoFit/>
          </a:bodyPr>
          <a:lstStyle/>
          <a:p>
            <a:r>
              <a:rPr lang="en-GB"/>
              <a:t>4) You will be prompted to create a new password which you can then use to log in and download the asset you require. Note you have 7 days to log in and download the asset you require.</a:t>
            </a:r>
          </a:p>
        </p:txBody>
      </p:sp>
    </p:spTree>
    <p:extLst>
      <p:ext uri="{BB962C8B-B14F-4D97-AF65-F5344CB8AC3E}">
        <p14:creationId xmlns:p14="http://schemas.microsoft.com/office/powerpoint/2010/main" val="2000194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148B75-7B65-CE74-41D5-F9C252334A99}"/>
              </a:ext>
            </a:extLst>
          </p:cNvPr>
          <p:cNvSpPr>
            <a:spLocks noGrp="1"/>
          </p:cNvSpPr>
          <p:nvPr>
            <p:ph type="title"/>
          </p:nvPr>
        </p:nvSpPr>
        <p:spPr/>
        <p:txBody>
          <a:bodyPr/>
          <a:lstStyle/>
          <a:p>
            <a:r>
              <a:rPr lang="en-GB" sz="2400"/>
              <a:t>Step 3. Request Aviva brand approval</a:t>
            </a:r>
          </a:p>
        </p:txBody>
      </p:sp>
      <p:sp>
        <p:nvSpPr>
          <p:cNvPr id="5" name="Slide Number Placeholder 4">
            <a:extLst>
              <a:ext uri="{FF2B5EF4-FFF2-40B4-BE49-F238E27FC236}">
                <a16:creationId xmlns:a16="http://schemas.microsoft.com/office/drawing/2014/main" id="{98DCF17D-AFE9-E5DD-2AF1-82E2A6B031D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814026-9D66-433A-8979-C2D7694BCAD4}" type="slidenum">
              <a:rPr kumimoji="0" lang="en-GB" sz="1200" b="0" i="0" u="none" strike="noStrike" kern="1200" cap="none" spc="0" normalizeH="0" baseline="0" noProof="0" smtClean="0">
                <a:ln>
                  <a:noFill/>
                </a:ln>
                <a:solidFill>
                  <a:srgbClr val="000000"/>
                </a:solidFill>
                <a:effectLst/>
                <a:uLnTx/>
                <a:uFillTx/>
                <a:latin typeface="SCHIBSTED GROTESK BOLD" pitchFamily="2" charset="77"/>
                <a:ea typeface="+mn-ea"/>
                <a:cs typeface="SCHIBSTED GROTESK 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srgbClr val="000000"/>
              </a:solidFill>
              <a:effectLst/>
              <a:uLnTx/>
              <a:uFillTx/>
              <a:latin typeface="SCHIBSTED GROTESK BOLD" pitchFamily="2" charset="77"/>
              <a:ea typeface="+mn-ea"/>
              <a:cs typeface="SCHIBSTED GROTESK BOLD" pitchFamily="2" charset="77"/>
            </a:endParaRPr>
          </a:p>
        </p:txBody>
      </p:sp>
      <p:pic>
        <p:nvPicPr>
          <p:cNvPr id="8" name="Picture 7">
            <a:extLst>
              <a:ext uri="{FF2B5EF4-FFF2-40B4-BE49-F238E27FC236}">
                <a16:creationId xmlns:a16="http://schemas.microsoft.com/office/drawing/2014/main" id="{8D968F3B-B27C-FBA1-AF54-6876E99849CC}"/>
              </a:ext>
            </a:extLst>
          </p:cNvPr>
          <p:cNvPicPr>
            <a:picLocks noChangeAspect="1"/>
          </p:cNvPicPr>
          <p:nvPr/>
        </p:nvPicPr>
        <p:blipFill>
          <a:blip r:embed="rId2"/>
          <a:stretch>
            <a:fillRect/>
          </a:stretch>
        </p:blipFill>
        <p:spPr>
          <a:xfrm>
            <a:off x="560688" y="5208549"/>
            <a:ext cx="2201311" cy="1214022"/>
          </a:xfrm>
          <a:prstGeom prst="rect">
            <a:avLst/>
          </a:prstGeom>
        </p:spPr>
      </p:pic>
      <p:pic>
        <p:nvPicPr>
          <p:cNvPr id="9" name="Picture 8">
            <a:extLst>
              <a:ext uri="{FF2B5EF4-FFF2-40B4-BE49-F238E27FC236}">
                <a16:creationId xmlns:a16="http://schemas.microsoft.com/office/drawing/2014/main" id="{E293F96A-3573-B508-3251-DAA57BB1844B}"/>
              </a:ext>
            </a:extLst>
          </p:cNvPr>
          <p:cNvPicPr>
            <a:picLocks noChangeAspect="1"/>
          </p:cNvPicPr>
          <p:nvPr/>
        </p:nvPicPr>
        <p:blipFill>
          <a:blip r:embed="rId3"/>
          <a:stretch>
            <a:fillRect/>
          </a:stretch>
        </p:blipFill>
        <p:spPr>
          <a:xfrm>
            <a:off x="3669510" y="5205680"/>
            <a:ext cx="2201311" cy="1216891"/>
          </a:xfrm>
          <a:prstGeom prst="rect">
            <a:avLst/>
          </a:prstGeom>
        </p:spPr>
      </p:pic>
      <p:sp>
        <p:nvSpPr>
          <p:cNvPr id="11" name="TextBox 10">
            <a:extLst>
              <a:ext uri="{FF2B5EF4-FFF2-40B4-BE49-F238E27FC236}">
                <a16:creationId xmlns:a16="http://schemas.microsoft.com/office/drawing/2014/main" id="{E33B7D6C-EB2F-D1AC-F3EA-8B5AD5473B74}"/>
              </a:ext>
            </a:extLst>
          </p:cNvPr>
          <p:cNvSpPr txBox="1"/>
          <p:nvPr/>
        </p:nvSpPr>
        <p:spPr>
          <a:xfrm>
            <a:off x="435429" y="830389"/>
            <a:ext cx="6096000" cy="4247317"/>
          </a:xfrm>
          <a:prstGeom prst="rect">
            <a:avLst/>
          </a:prstGeom>
          <a:noFill/>
        </p:spPr>
        <p:txBody>
          <a:bodyPr wrap="square">
            <a:spAutoFit/>
          </a:bodyPr>
          <a:lstStyle/>
          <a:p>
            <a:r>
              <a:rPr lang="en-GB"/>
              <a:t>We have provided the assets in a variety of file formats depending on where you are using it. If in doubt, please use the JPG file.</a:t>
            </a:r>
          </a:p>
          <a:p>
            <a:endParaRPr lang="en-GB"/>
          </a:p>
          <a:p>
            <a:r>
              <a:rPr lang="en-GB"/>
              <a:t>Please select the correct asset depending on whether you’ve been supported by the Communities Fund or the Financial Futures Fund.</a:t>
            </a:r>
          </a:p>
          <a:p>
            <a:endParaRPr lang="en-GB"/>
          </a:p>
          <a:p>
            <a:r>
              <a:rPr lang="en-GB"/>
              <a:t>When ready, you will need to mock up the design showing how and where you will use the asset (e.g. how it will appear on your website or report). You will need to share this via email with the Aviva brand team who will give you approval or request a few changes if not quite right. The email granting you access to the Aviva brand site will explain these instructions.</a:t>
            </a:r>
          </a:p>
        </p:txBody>
      </p:sp>
      <p:sp>
        <p:nvSpPr>
          <p:cNvPr id="13" name="TextBox 12">
            <a:extLst>
              <a:ext uri="{FF2B5EF4-FFF2-40B4-BE49-F238E27FC236}">
                <a16:creationId xmlns:a16="http://schemas.microsoft.com/office/drawing/2014/main" id="{9D23FDAE-7300-6076-6033-602CD6950BC3}"/>
              </a:ext>
            </a:extLst>
          </p:cNvPr>
          <p:cNvSpPr txBox="1"/>
          <p:nvPr/>
        </p:nvSpPr>
        <p:spPr>
          <a:xfrm>
            <a:off x="7195457" y="830389"/>
            <a:ext cx="4561114" cy="6124754"/>
          </a:xfrm>
          <a:prstGeom prst="rect">
            <a:avLst/>
          </a:prstGeom>
          <a:noFill/>
        </p:spPr>
        <p:txBody>
          <a:bodyPr wrap="square">
            <a:spAutoFit/>
          </a:bodyPr>
          <a:lstStyle/>
          <a:p>
            <a:pPr algn="ctr"/>
            <a:r>
              <a:rPr lang="en-GB" b="1"/>
              <a:t>Some do’s and don’ts</a:t>
            </a:r>
          </a:p>
          <a:p>
            <a:pPr algn="ctr"/>
            <a:endParaRPr lang="en-GB" b="1"/>
          </a:p>
          <a:p>
            <a:pPr marL="285750" indent="-285750">
              <a:buFont typeface="Arial" panose="020B0604020202020204" pitchFamily="34" charset="0"/>
              <a:buChar char="•"/>
            </a:pPr>
            <a:r>
              <a:rPr lang="en-GB" sz="1600" b="1" i="1"/>
              <a:t>Keep the ratio of the asset if resizing – don’t stretch or distort the image</a:t>
            </a:r>
          </a:p>
          <a:p>
            <a:pPr marL="285750" indent="-285750">
              <a:buFont typeface="Arial" panose="020B0604020202020204" pitchFamily="34" charset="0"/>
              <a:buChar char="•"/>
            </a:pPr>
            <a:endParaRPr lang="en-GB" sz="1600" b="1" i="1"/>
          </a:p>
          <a:p>
            <a:pPr marL="285750" indent="-285750">
              <a:buFont typeface="Arial" panose="020B0604020202020204" pitchFamily="34" charset="0"/>
              <a:buChar char="•"/>
            </a:pPr>
            <a:r>
              <a:rPr lang="en-GB" sz="1600" b="1" i="1"/>
              <a:t>Keep the colours as they are – please don’t make black or white </a:t>
            </a:r>
          </a:p>
          <a:p>
            <a:pPr marL="285750" indent="-285750">
              <a:buFont typeface="Arial" panose="020B0604020202020204" pitchFamily="34" charset="0"/>
              <a:buChar char="•"/>
            </a:pPr>
            <a:endParaRPr lang="en-GB" sz="1600" b="1" i="1"/>
          </a:p>
          <a:p>
            <a:pPr marL="285750" indent="-285750">
              <a:buFont typeface="Arial" panose="020B0604020202020204" pitchFamily="34" charset="0"/>
              <a:buChar char="•"/>
            </a:pPr>
            <a:r>
              <a:rPr lang="en-GB" sz="1600" b="1" i="1"/>
              <a:t>Don’t add borders and keep a good amount of white space around the asset if using alongside other images and logos</a:t>
            </a:r>
          </a:p>
          <a:p>
            <a:pPr marL="285750" indent="-285750">
              <a:buFont typeface="Arial" panose="020B0604020202020204" pitchFamily="34" charset="0"/>
              <a:buChar char="•"/>
            </a:pPr>
            <a:endParaRPr lang="en-GB" sz="1600" b="1" i="1"/>
          </a:p>
          <a:p>
            <a:pPr marL="285750" indent="-285750">
              <a:buFont typeface="Arial" panose="020B0604020202020204" pitchFamily="34" charset="0"/>
              <a:buChar char="•"/>
            </a:pPr>
            <a:r>
              <a:rPr lang="en-GB" sz="1600" b="1" i="1"/>
              <a:t>The asset should not be cropped, broken up or edited in any way</a:t>
            </a:r>
          </a:p>
          <a:p>
            <a:pPr marL="285750" indent="-285750">
              <a:buFont typeface="Arial" panose="020B0604020202020204" pitchFamily="34" charset="0"/>
              <a:buChar char="•"/>
            </a:pPr>
            <a:endParaRPr lang="en-GB" sz="1600" b="1" i="1"/>
          </a:p>
          <a:p>
            <a:pPr marL="285750" indent="-285750">
              <a:buFont typeface="Arial" panose="020B0604020202020204" pitchFamily="34" charset="0"/>
              <a:buChar char="•"/>
            </a:pPr>
            <a:r>
              <a:rPr lang="en-GB" sz="1600" b="1" i="1"/>
              <a:t>Please don’t share the asset with others or use for purposes other than illustrating support from the Aviva Foundation</a:t>
            </a:r>
          </a:p>
          <a:p>
            <a:pPr marL="285750" indent="-285750">
              <a:buFont typeface="Arial" panose="020B0604020202020204" pitchFamily="34" charset="0"/>
              <a:buChar char="•"/>
            </a:pPr>
            <a:endParaRPr lang="en-GB" sz="1600" b="1" i="1"/>
          </a:p>
          <a:p>
            <a:pPr marL="285750" indent="-285750">
              <a:buFont typeface="Arial" panose="020B0604020202020204" pitchFamily="34" charset="0"/>
              <a:buChar char="•"/>
            </a:pPr>
            <a:r>
              <a:rPr lang="en-GB" sz="1600" b="1" i="1"/>
              <a:t>We anticipate this asset being used for no longer than 12 months after receipt of funding</a:t>
            </a:r>
          </a:p>
          <a:p>
            <a:pPr algn="ctr"/>
            <a:endParaRPr lang="en-GB" b="1"/>
          </a:p>
          <a:p>
            <a:pPr algn="ctr"/>
            <a:endParaRPr lang="en-GB" b="1"/>
          </a:p>
        </p:txBody>
      </p:sp>
    </p:spTree>
    <p:extLst>
      <p:ext uri="{BB962C8B-B14F-4D97-AF65-F5344CB8AC3E}">
        <p14:creationId xmlns:p14="http://schemas.microsoft.com/office/powerpoint/2010/main" val="3626784847"/>
      </p:ext>
    </p:extLst>
  </p:cSld>
  <p:clrMapOvr>
    <a:masterClrMapping/>
  </p:clrMapOvr>
</p:sld>
</file>

<file path=ppt/theme/theme1.xml><?xml version="1.0" encoding="utf-8"?>
<a:theme xmlns:a="http://schemas.openxmlformats.org/drawingml/2006/main" name="Cover slides">
  <a:themeElements>
    <a:clrScheme name="Evolved brand expression">
      <a:dk1>
        <a:srgbClr val="000000"/>
      </a:dk1>
      <a:lt1>
        <a:srgbClr val="FFFFFF"/>
      </a:lt1>
      <a:dk2>
        <a:srgbClr val="191D64"/>
      </a:dk2>
      <a:lt2>
        <a:srgbClr val="FFD900"/>
      </a:lt2>
      <a:accent1>
        <a:srgbClr val="37AFBA"/>
      </a:accent1>
      <a:accent2>
        <a:srgbClr val="FFD9CA"/>
      </a:accent2>
      <a:accent3>
        <a:srgbClr val="938DFD"/>
      </a:accent3>
      <a:accent4>
        <a:srgbClr val="9CCDFB"/>
      </a:accent4>
      <a:accent5>
        <a:srgbClr val="FFF3C6"/>
      </a:accent5>
      <a:accent6>
        <a:srgbClr val="26193E"/>
      </a:accent6>
      <a:hlink>
        <a:srgbClr val="1C4FD2"/>
      </a:hlink>
      <a:folHlink>
        <a:srgbClr val="9CCDFB"/>
      </a:folHlink>
    </a:clrScheme>
    <a:fontScheme name="Aviva Masterbrand">
      <a:majorFont>
        <a:latin typeface="Aviva Curve"/>
        <a:ea typeface=""/>
        <a:cs typeface=""/>
      </a:majorFont>
      <a:minorFont>
        <a:latin typeface="Schibsted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Masterbrand PPTX template[93]  -  Read-Only" id="{A76AFCA2-C40F-F447-B9A6-9F89FAF6C3E5}" vid="{A1872802-68BA-FA4A-97D8-53B8789F5CEB}"/>
    </a:ext>
  </a:extLst>
</a:theme>
</file>

<file path=ppt/theme/theme2.xml><?xml version="1.0" encoding="utf-8"?>
<a:theme xmlns:a="http://schemas.openxmlformats.org/drawingml/2006/main" name="Divider slides">
  <a:themeElements>
    <a:clrScheme name="Evolved brand expression">
      <a:dk1>
        <a:srgbClr val="000000"/>
      </a:dk1>
      <a:lt1>
        <a:srgbClr val="FFFFFF"/>
      </a:lt1>
      <a:dk2>
        <a:srgbClr val="191D64"/>
      </a:dk2>
      <a:lt2>
        <a:srgbClr val="FFD900"/>
      </a:lt2>
      <a:accent1>
        <a:srgbClr val="37AFBA"/>
      </a:accent1>
      <a:accent2>
        <a:srgbClr val="FFD9CA"/>
      </a:accent2>
      <a:accent3>
        <a:srgbClr val="938DFD"/>
      </a:accent3>
      <a:accent4>
        <a:srgbClr val="9CCDFB"/>
      </a:accent4>
      <a:accent5>
        <a:srgbClr val="FFF3C6"/>
      </a:accent5>
      <a:accent6>
        <a:srgbClr val="26193E"/>
      </a:accent6>
      <a:hlink>
        <a:srgbClr val="1C4FD2"/>
      </a:hlink>
      <a:folHlink>
        <a:srgbClr val="9CCDFB"/>
      </a:folHlink>
    </a:clrScheme>
    <a:fontScheme name="Aviva Masterbrand">
      <a:majorFont>
        <a:latin typeface="Aviva Curve"/>
        <a:ea typeface=""/>
        <a:cs typeface=""/>
      </a:majorFont>
      <a:minorFont>
        <a:latin typeface="Schibsted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Masterbrand PPTX template[93]  -  Read-Only" id="{A76AFCA2-C40F-F447-B9A6-9F89FAF6C3E5}" vid="{990E9D2E-8267-8843-8F6C-65972D44E21E}"/>
    </a:ext>
  </a:extLst>
</a:theme>
</file>

<file path=ppt/theme/theme3.xml><?xml version="1.0" encoding="utf-8"?>
<a:theme xmlns:a="http://schemas.openxmlformats.org/drawingml/2006/main" name="Content slides - White">
  <a:themeElements>
    <a:clrScheme name="Evolved brand expression">
      <a:dk1>
        <a:srgbClr val="000000"/>
      </a:dk1>
      <a:lt1>
        <a:srgbClr val="FFFFFF"/>
      </a:lt1>
      <a:dk2>
        <a:srgbClr val="191D64"/>
      </a:dk2>
      <a:lt2>
        <a:srgbClr val="FFD900"/>
      </a:lt2>
      <a:accent1>
        <a:srgbClr val="37AFBA"/>
      </a:accent1>
      <a:accent2>
        <a:srgbClr val="FFD9CA"/>
      </a:accent2>
      <a:accent3>
        <a:srgbClr val="938DFD"/>
      </a:accent3>
      <a:accent4>
        <a:srgbClr val="9CCDFB"/>
      </a:accent4>
      <a:accent5>
        <a:srgbClr val="FFF3C6"/>
      </a:accent5>
      <a:accent6>
        <a:srgbClr val="26193E"/>
      </a:accent6>
      <a:hlink>
        <a:srgbClr val="1C4FD2"/>
      </a:hlink>
      <a:folHlink>
        <a:srgbClr val="9CCDFB"/>
      </a:folHlink>
    </a:clrScheme>
    <a:fontScheme name="Aviva Masterbrand">
      <a:majorFont>
        <a:latin typeface="Aviva Curve"/>
        <a:ea typeface=""/>
        <a:cs typeface=""/>
      </a:majorFont>
      <a:minorFont>
        <a:latin typeface="Schibsted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Masterbrand PPTX template[93]  -  Read-Only" id="{A76AFCA2-C40F-F447-B9A6-9F89FAF6C3E5}" vid="{E9704D94-5A2A-8547-B7A0-C00842C146D5}"/>
    </a:ext>
  </a:extLst>
</a:theme>
</file>

<file path=ppt/theme/theme4.xml><?xml version="1.0" encoding="utf-8"?>
<a:theme xmlns:a="http://schemas.openxmlformats.org/drawingml/2006/main" name="1_Content slides - Light sand">
  <a:themeElements>
    <a:clrScheme name="Evolved brand expression">
      <a:dk1>
        <a:srgbClr val="000000"/>
      </a:dk1>
      <a:lt1>
        <a:srgbClr val="FFFFFF"/>
      </a:lt1>
      <a:dk2>
        <a:srgbClr val="191D64"/>
      </a:dk2>
      <a:lt2>
        <a:srgbClr val="FFD900"/>
      </a:lt2>
      <a:accent1>
        <a:srgbClr val="37AFBA"/>
      </a:accent1>
      <a:accent2>
        <a:srgbClr val="FFD9CA"/>
      </a:accent2>
      <a:accent3>
        <a:srgbClr val="938DFD"/>
      </a:accent3>
      <a:accent4>
        <a:srgbClr val="9CCDFB"/>
      </a:accent4>
      <a:accent5>
        <a:srgbClr val="FFF3C6"/>
      </a:accent5>
      <a:accent6>
        <a:srgbClr val="26193E"/>
      </a:accent6>
      <a:hlink>
        <a:srgbClr val="1C4FD2"/>
      </a:hlink>
      <a:folHlink>
        <a:srgbClr val="9CCDFB"/>
      </a:folHlink>
    </a:clrScheme>
    <a:fontScheme name="Aviva Masterbrand">
      <a:majorFont>
        <a:latin typeface="Aviva Curve"/>
        <a:ea typeface=""/>
        <a:cs typeface=""/>
      </a:majorFont>
      <a:minorFont>
        <a:latin typeface="Schibsted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Masterbrand PPTX template[93]  -  Read-Only" id="{A76AFCA2-C40F-F447-B9A6-9F89FAF6C3E5}" vid="{157AF94C-5FF4-B94E-BBA4-D093523972F9}"/>
    </a:ext>
  </a:extLst>
</a:theme>
</file>

<file path=ppt/theme/theme5.xml><?xml version="1.0" encoding="utf-8"?>
<a:theme xmlns:a="http://schemas.openxmlformats.org/drawingml/2006/main" name="Content slides - Dark purple">
  <a:themeElements>
    <a:clrScheme name="Evolved brand expression">
      <a:dk1>
        <a:srgbClr val="000000"/>
      </a:dk1>
      <a:lt1>
        <a:srgbClr val="FFFFFF"/>
      </a:lt1>
      <a:dk2>
        <a:srgbClr val="191D64"/>
      </a:dk2>
      <a:lt2>
        <a:srgbClr val="FFD900"/>
      </a:lt2>
      <a:accent1>
        <a:srgbClr val="37AFBA"/>
      </a:accent1>
      <a:accent2>
        <a:srgbClr val="FFD9CA"/>
      </a:accent2>
      <a:accent3>
        <a:srgbClr val="938DFD"/>
      </a:accent3>
      <a:accent4>
        <a:srgbClr val="9CCDFB"/>
      </a:accent4>
      <a:accent5>
        <a:srgbClr val="FFF3C6"/>
      </a:accent5>
      <a:accent6>
        <a:srgbClr val="26193E"/>
      </a:accent6>
      <a:hlink>
        <a:srgbClr val="1C4FD2"/>
      </a:hlink>
      <a:folHlink>
        <a:srgbClr val="9CCDFB"/>
      </a:folHlink>
    </a:clrScheme>
    <a:fontScheme name="Aviva Masterbrand">
      <a:majorFont>
        <a:latin typeface="Aviva Curve"/>
        <a:ea typeface=""/>
        <a:cs typeface=""/>
      </a:majorFont>
      <a:minorFont>
        <a:latin typeface="Schibsted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Masterbrand PPTX template[93]  -  Read-Only" id="{A76AFCA2-C40F-F447-B9A6-9F89FAF6C3E5}" vid="{8BD7AD91-A5A1-4040-95DE-C45E796E979B}"/>
    </a:ext>
  </a:extLst>
</a:theme>
</file>

<file path=ppt/theme/theme6.xml><?xml version="1.0" encoding="utf-8"?>
<a:theme xmlns:a="http://schemas.openxmlformats.org/drawingml/2006/main" name="Content slides - Dark blue">
  <a:themeElements>
    <a:clrScheme name="Evolved brand expression">
      <a:dk1>
        <a:srgbClr val="000000"/>
      </a:dk1>
      <a:lt1>
        <a:srgbClr val="FFFFFF"/>
      </a:lt1>
      <a:dk2>
        <a:srgbClr val="191D64"/>
      </a:dk2>
      <a:lt2>
        <a:srgbClr val="FFD900"/>
      </a:lt2>
      <a:accent1>
        <a:srgbClr val="37AFBA"/>
      </a:accent1>
      <a:accent2>
        <a:srgbClr val="FFD9CA"/>
      </a:accent2>
      <a:accent3>
        <a:srgbClr val="938DFD"/>
      </a:accent3>
      <a:accent4>
        <a:srgbClr val="9CCDFB"/>
      </a:accent4>
      <a:accent5>
        <a:srgbClr val="FFF3C6"/>
      </a:accent5>
      <a:accent6>
        <a:srgbClr val="26193E"/>
      </a:accent6>
      <a:hlink>
        <a:srgbClr val="1C4FD2"/>
      </a:hlink>
      <a:folHlink>
        <a:srgbClr val="9CCDFB"/>
      </a:folHlink>
    </a:clrScheme>
    <a:fontScheme name="Aviva Masterbrand">
      <a:majorFont>
        <a:latin typeface="Aviva Curve"/>
        <a:ea typeface=""/>
        <a:cs typeface=""/>
      </a:majorFont>
      <a:minorFont>
        <a:latin typeface="Schibsted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Masterbrand PPTX template[93]  -  Read-Only" id="{A76AFCA2-C40F-F447-B9A6-9F89FAF6C3E5}" vid="{08644D73-02EC-9743-95D7-5389DFCA128D}"/>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C824298F59B44DABAEDCDF18D33C2C" ma:contentTypeVersion="4" ma:contentTypeDescription="Create a new document." ma:contentTypeScope="" ma:versionID="d0e5e3a281d6eb59615e0b9c5e9775d4">
  <xsd:schema xmlns:xsd="http://www.w3.org/2001/XMLSchema" xmlns:xs="http://www.w3.org/2001/XMLSchema" xmlns:p="http://schemas.microsoft.com/office/2006/metadata/properties" xmlns:ns2="22cfffed-6725-48ad-baf2-f6e60955e104" targetNamespace="http://schemas.microsoft.com/office/2006/metadata/properties" ma:root="true" ma:fieldsID="12f3cf28ca9d42c8498c98cea9c296da" ns2:_="">
    <xsd:import namespace="22cfffed-6725-48ad-baf2-f6e60955e10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fffed-6725-48ad-baf2-f6e60955e1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E1862A-468E-4BA2-B6DD-51CD35B289A3}">
  <ds:schemaRefs>
    <ds:schemaRef ds:uri="22cfffed-6725-48ad-baf2-f6e60955e1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FF33660-69C0-4805-8E6F-28D3EC6FB7B8}">
  <ds:schemaRefs>
    <ds:schemaRef ds:uri="http://schemas.microsoft.com/sharepoint/v3/contenttype/forms"/>
  </ds:schemaRefs>
</ds:datastoreItem>
</file>

<file path=customXml/itemProps3.xml><?xml version="1.0" encoding="utf-8"?>
<ds:datastoreItem xmlns:ds="http://schemas.openxmlformats.org/officeDocument/2006/customXml" ds:itemID="{4AA7A70C-BBD1-4CBB-BD9C-55F5881D482A}">
  <ds:schemaRefs>
    <ds:schemaRef ds:uri="22cfffed-6725-48ad-baf2-f6e60955e10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4aa51bc-fa99-4daa-99b3-4f7aefcb4aa3}" enabled="1" method="Privileged" siteId="{42d0d02d-6286-465e-999b-31006231efb1}" contentBits="2" removed="0"/>
</clbl:labelList>
</file>

<file path=docProps/app.xml><?xml version="1.0" encoding="utf-8"?>
<Properties xmlns="http://schemas.openxmlformats.org/officeDocument/2006/extended-properties" xmlns:vt="http://schemas.openxmlformats.org/officeDocument/2006/docPropsVTypes">
  <Template>Cover slides</Template>
  <Application>Microsoft Office PowerPoint</Application>
  <PresentationFormat>Widescreen</PresentationFormat>
  <Slides>5</Slides>
  <Notes>0</Notes>
  <HiddenSlides>0</HiddenSlides>
  <ScaleCrop>false</ScaleCrop>
  <HeadingPairs>
    <vt:vector size="4" baseType="variant">
      <vt:variant>
        <vt:lpstr>Theme</vt:lpstr>
      </vt:variant>
      <vt:variant>
        <vt:i4>6</vt:i4>
      </vt:variant>
      <vt:variant>
        <vt:lpstr>Slide Titles</vt:lpstr>
      </vt:variant>
      <vt:variant>
        <vt:i4>5</vt:i4>
      </vt:variant>
    </vt:vector>
  </HeadingPairs>
  <TitlesOfParts>
    <vt:vector size="11" baseType="lpstr">
      <vt:lpstr>Cover slides</vt:lpstr>
      <vt:lpstr>Divider slides</vt:lpstr>
      <vt:lpstr>Content slides - White</vt:lpstr>
      <vt:lpstr>1_Content slides - Light sand</vt:lpstr>
      <vt:lpstr>Content slides - Dark purple</vt:lpstr>
      <vt:lpstr>Content slides - Dark blue</vt:lpstr>
      <vt:lpstr>Aviva Brand registration process - for use of Communities Fund and Future Finances Fund assets</vt:lpstr>
      <vt:lpstr>Aviva Foundation brand assets</vt:lpstr>
      <vt:lpstr>Step 1. Register for access on avivabrand.com</vt:lpstr>
      <vt:lpstr>Step 2. Access avivabrand.com to download the asset</vt:lpstr>
      <vt:lpstr>Step 3. Request Aviva brand approval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Price (he/him)</dc:creator>
  <cp:revision>1</cp:revision>
  <dcterms:created xsi:type="dcterms:W3CDTF">2026-01-26T13:02:42Z</dcterms:created>
  <dcterms:modified xsi:type="dcterms:W3CDTF">2026-02-17T10:58:22Z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0x01010063C824298F59B44DABAEDCDF18D33C2C</vt:lpwstr>
  </property>
  <property fmtid="{D5CDD505-2E9C-101B-9397-08002B2CF9AE}" pid="3" name="ClassificationContentMarkingFooterLocations">
    <vt:lpwstr>Cover slides:3\Divider slides:3\Content slides - White:7\1_Content slides - Light sand:7\Content slides - Dark purple:7\Content slides - Dark blue:7</vt:lpwstr>
  </property>
  <property fmtid="{D5CDD505-2E9C-101B-9397-08002B2CF9AE}" pid="4" name="ClassificationContentMarkingFooterText">
    <vt:lpwstr>Aviva: Internal</vt:lpwstr>
  </property>
</Properties>
</file>